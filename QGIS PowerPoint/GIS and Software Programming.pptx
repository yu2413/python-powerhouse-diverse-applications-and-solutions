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301" r:id="rId2"/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5" r:id="rId11"/>
    <p:sldId id="311" r:id="rId12"/>
    <p:sldId id="266" r:id="rId13"/>
    <p:sldId id="267" r:id="rId14"/>
    <p:sldId id="268" r:id="rId15"/>
    <p:sldId id="269" r:id="rId16"/>
    <p:sldId id="270" r:id="rId17"/>
    <p:sldId id="29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90FAD1-65DE-46FE-B2B1-E601C5AB8DFD}" v="9" dt="2026-02-03T07:43:04.471"/>
    <p1510:client id="{E76B7A67-BB6B-46AB-BC06-61D11FC138C7}" v="50" dt="2026-02-03T06:34:53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y Yu" userId="ff89ab59bb266fda" providerId="LiveId" clId="{6C9262DC-E384-4535-9D53-B347867870A8}"/>
    <pc:docChg chg="undo redo custSel addSld delSld modSld sldOrd">
      <pc:chgData name="Gary Yu" userId="ff89ab59bb266fda" providerId="LiveId" clId="{6C9262DC-E384-4535-9D53-B347867870A8}" dt="2026-02-03T07:43:11.301" v="4748" actId="5793"/>
      <pc:docMkLst>
        <pc:docMk/>
      </pc:docMkLst>
      <pc:sldChg chg="addSp delSp modSp mod setBg addAnim delDesignElem">
        <pc:chgData name="Gary Yu" userId="ff89ab59bb266fda" providerId="LiveId" clId="{6C9262DC-E384-4535-9D53-B347867870A8}" dt="2026-01-23T03:55:51.908" v="2235"/>
        <pc:sldMkLst>
          <pc:docMk/>
          <pc:sldMk cId="4172230255" sldId="256"/>
        </pc:sldMkLst>
        <pc:spChg chg="mod">
          <ac:chgData name="Gary Yu" userId="ff89ab59bb266fda" providerId="LiveId" clId="{6C9262DC-E384-4535-9D53-B347867870A8}" dt="2026-01-23T03:15:47.074" v="682"/>
          <ac:spMkLst>
            <pc:docMk/>
            <pc:sldMk cId="4172230255" sldId="256"/>
            <ac:spMk id="2" creationId="{51EAF9F1-E68F-935A-D387-2A7DC10BB135}"/>
          </ac:spMkLst>
        </pc:spChg>
        <pc:spChg chg="mod">
          <ac:chgData name="Gary Yu" userId="ff89ab59bb266fda" providerId="LiveId" clId="{6C9262DC-E384-4535-9D53-B347867870A8}" dt="2026-01-16T03:31:12.524" v="184" actId="20577"/>
          <ac:spMkLst>
            <pc:docMk/>
            <pc:sldMk cId="4172230255" sldId="256"/>
            <ac:spMk id="3" creationId="{DC707259-D76B-9281-4274-BC223D0FEB1D}"/>
          </ac:spMkLst>
        </pc:spChg>
        <pc:picChg chg="add">
          <ac:chgData name="Gary Yu" userId="ff89ab59bb266fda" providerId="LiveId" clId="{6C9262DC-E384-4535-9D53-B347867870A8}" dt="2026-01-16T03:29:10.552" v="46" actId="26606"/>
          <ac:picMkLst>
            <pc:docMk/>
            <pc:sldMk cId="4172230255" sldId="256"/>
            <ac:picMk id="5" creationId="{622C8272-3495-E4C7-BB3D-455758D9C06F}"/>
          </ac:picMkLst>
        </pc:picChg>
      </pc:sldChg>
      <pc:sldChg chg="addSp delSp modSp new mod ord setBg delDesignElem">
        <pc:chgData name="Gary Yu" userId="ff89ab59bb266fda" providerId="LiveId" clId="{6C9262DC-E384-4535-9D53-B347867870A8}" dt="2026-02-03T07:33:23.215" v="4719" actId="20577"/>
        <pc:sldMkLst>
          <pc:docMk/>
          <pc:sldMk cId="3201768183" sldId="257"/>
        </pc:sldMkLst>
        <pc:spChg chg="mod">
          <ac:chgData name="Gary Yu" userId="ff89ab59bb266fda" providerId="LiveId" clId="{6C9262DC-E384-4535-9D53-B347867870A8}" dt="2026-01-23T03:55:58.379" v="2237" actId="26606"/>
          <ac:spMkLst>
            <pc:docMk/>
            <pc:sldMk cId="3201768183" sldId="257"/>
            <ac:spMk id="2" creationId="{C51F4D8F-994B-D9BB-0FCB-2DCEC8379904}"/>
          </ac:spMkLst>
        </pc:spChg>
        <pc:spChg chg="add del mod">
          <ac:chgData name="Gary Yu" userId="ff89ab59bb266fda" providerId="LiveId" clId="{6C9262DC-E384-4535-9D53-B347867870A8}" dt="2026-02-03T07:33:23.215" v="4719" actId="20577"/>
          <ac:spMkLst>
            <pc:docMk/>
            <pc:sldMk cId="3201768183" sldId="257"/>
            <ac:spMk id="3" creationId="{8A42874C-A430-7F19-A4FD-F1EB537942C6}"/>
          </ac:spMkLst>
        </pc:spChg>
        <pc:spChg chg="add">
          <ac:chgData name="Gary Yu" userId="ff89ab59bb266fda" providerId="LiveId" clId="{6C9262DC-E384-4535-9D53-B347867870A8}" dt="2026-01-23T03:55:58.379" v="2237" actId="26606"/>
          <ac:spMkLst>
            <pc:docMk/>
            <pc:sldMk cId="3201768183" sldId="257"/>
            <ac:spMk id="23" creationId="{990D0034-F768-41E7-85D4-F38C4DE85770}"/>
          </ac:spMkLst>
        </pc:spChg>
        <pc:spChg chg="add">
          <ac:chgData name="Gary Yu" userId="ff89ab59bb266fda" providerId="LiveId" clId="{6C9262DC-E384-4535-9D53-B347867870A8}" dt="2026-01-23T03:55:58.379" v="2237" actId="26606"/>
          <ac:spMkLst>
            <pc:docMk/>
            <pc:sldMk cId="3201768183" sldId="257"/>
            <ac:spMk id="25" creationId="{C4F7E42D-8B5A-4FC8-81CD-9E60171F7FA8}"/>
          </ac:spMkLst>
        </pc:spChg>
        <pc:spChg chg="add">
          <ac:chgData name="Gary Yu" userId="ff89ab59bb266fda" providerId="LiveId" clId="{6C9262DC-E384-4535-9D53-B347867870A8}" dt="2026-01-23T03:55:58.379" v="2237" actId="26606"/>
          <ac:spMkLst>
            <pc:docMk/>
            <pc:sldMk cId="3201768183" sldId="257"/>
            <ac:spMk id="27" creationId="{8C04651D-B9F4-4935-A02D-364153FBDF54}"/>
          </ac:spMkLst>
        </pc:spChg>
        <pc:picChg chg="add mod ord">
          <ac:chgData name="Gary Yu" userId="ff89ab59bb266fda" providerId="LiveId" clId="{6C9262DC-E384-4535-9D53-B347867870A8}" dt="2026-01-23T03:55:58.379" v="2237" actId="26606"/>
          <ac:picMkLst>
            <pc:docMk/>
            <pc:sldMk cId="3201768183" sldId="257"/>
            <ac:picMk id="18" creationId="{2C9BB103-8FF6-5AC7-B6AB-328C4702C0F9}"/>
          </ac:picMkLst>
        </pc:picChg>
      </pc:sldChg>
      <pc:sldChg chg="addSp modSp new mod ord setBg">
        <pc:chgData name="Gary Yu" userId="ff89ab59bb266fda" providerId="LiveId" clId="{6C9262DC-E384-4535-9D53-B347867870A8}" dt="2026-02-03T07:03:16.656" v="4248" actId="113"/>
        <pc:sldMkLst>
          <pc:docMk/>
          <pc:sldMk cId="2414418400" sldId="258"/>
        </pc:sldMkLst>
        <pc:spChg chg="mod">
          <ac:chgData name="Gary Yu" userId="ff89ab59bb266fda" providerId="LiveId" clId="{6C9262DC-E384-4535-9D53-B347867870A8}" dt="2026-01-23T04:00:40.883" v="2499" actId="20577"/>
          <ac:spMkLst>
            <pc:docMk/>
            <pc:sldMk cId="2414418400" sldId="258"/>
            <ac:spMk id="2" creationId="{7BD8B736-59DD-613D-E6FB-3F3D955479A2}"/>
          </ac:spMkLst>
        </pc:spChg>
        <pc:spChg chg="mod">
          <ac:chgData name="Gary Yu" userId="ff89ab59bb266fda" providerId="LiveId" clId="{6C9262DC-E384-4535-9D53-B347867870A8}" dt="2026-02-03T07:03:16.656" v="4248" actId="113"/>
          <ac:spMkLst>
            <pc:docMk/>
            <pc:sldMk cId="2414418400" sldId="258"/>
            <ac:spMk id="3" creationId="{E143C91D-2025-A246-6804-FA2F0D55AFEF}"/>
          </ac:spMkLst>
        </pc:spChg>
        <pc:spChg chg="add">
          <ac:chgData name="Gary Yu" userId="ff89ab59bb266fda" providerId="LiveId" clId="{6C9262DC-E384-4535-9D53-B347867870A8}" dt="2026-01-23T03:56:10.711" v="2238" actId="26606"/>
          <ac:spMkLst>
            <pc:docMk/>
            <pc:sldMk cId="2414418400" sldId="258"/>
            <ac:spMk id="9" creationId="{311973C2-EB8B-452A-A698-4A252FD3AE28}"/>
          </ac:spMkLst>
        </pc:spChg>
        <pc:spChg chg="add">
          <ac:chgData name="Gary Yu" userId="ff89ab59bb266fda" providerId="LiveId" clId="{6C9262DC-E384-4535-9D53-B347867870A8}" dt="2026-01-23T03:56:10.711" v="2238" actId="26606"/>
          <ac:spMkLst>
            <pc:docMk/>
            <pc:sldMk cId="2414418400" sldId="258"/>
            <ac:spMk id="11" creationId="{10162E77-11AD-44A7-84EC-40C59EEFBD2E}"/>
          </ac:spMkLst>
        </pc:spChg>
        <pc:picChg chg="add">
          <ac:chgData name="Gary Yu" userId="ff89ab59bb266fda" providerId="LiveId" clId="{6C9262DC-E384-4535-9D53-B347867870A8}" dt="2026-01-23T03:56:10.711" v="2238" actId="26606"/>
          <ac:picMkLst>
            <pc:docMk/>
            <pc:sldMk cId="2414418400" sldId="258"/>
            <ac:picMk id="5" creationId="{79ED7A2E-8F8E-1F8C-7AC7-A5DE8DE786C8}"/>
          </ac:picMkLst>
        </pc:picChg>
        <pc:cxnChg chg="add">
          <ac:chgData name="Gary Yu" userId="ff89ab59bb266fda" providerId="LiveId" clId="{6C9262DC-E384-4535-9D53-B347867870A8}" dt="2026-01-23T03:56:10.711" v="2238" actId="26606"/>
          <ac:cxnSpMkLst>
            <pc:docMk/>
            <pc:sldMk cId="2414418400" sldId="258"/>
            <ac:cxnSpMk id="13" creationId="{5AB158E9-1B40-4CD6-95F0-95CA11DF7B7A}"/>
          </ac:cxnSpMkLst>
        </pc:cxnChg>
      </pc:sldChg>
      <pc:sldChg chg="addSp delSp modSp new mod setBg">
        <pc:chgData name="Gary Yu" userId="ff89ab59bb266fda" providerId="LiveId" clId="{6C9262DC-E384-4535-9D53-B347867870A8}" dt="2026-01-23T04:04:26.861" v="2614" actId="20577"/>
        <pc:sldMkLst>
          <pc:docMk/>
          <pc:sldMk cId="2060316005" sldId="259"/>
        </pc:sldMkLst>
        <pc:spChg chg="mod">
          <ac:chgData name="Gary Yu" userId="ff89ab59bb266fda" providerId="LiveId" clId="{6C9262DC-E384-4535-9D53-B347867870A8}" dt="2026-01-23T03:58:33.123" v="2462" actId="26606"/>
          <ac:spMkLst>
            <pc:docMk/>
            <pc:sldMk cId="2060316005" sldId="259"/>
            <ac:spMk id="2" creationId="{B96EF720-7B54-1E0E-B873-4D779F6EFFDE}"/>
          </ac:spMkLst>
        </pc:spChg>
        <pc:graphicFrameChg chg="add mod modGraphic">
          <ac:chgData name="Gary Yu" userId="ff89ab59bb266fda" providerId="LiveId" clId="{6C9262DC-E384-4535-9D53-B347867870A8}" dt="2026-01-23T04:04:26.861" v="2614" actId="20577"/>
          <ac:graphicFrameMkLst>
            <pc:docMk/>
            <pc:sldMk cId="2060316005" sldId="259"/>
            <ac:graphicFrameMk id="5" creationId="{A193C17F-A495-E313-FDFC-04F984951AB1}"/>
          </ac:graphicFrameMkLst>
        </pc:graphicFrameChg>
      </pc:sldChg>
      <pc:sldChg chg="modSp new">
        <pc:chgData name="Gary Yu" userId="ff89ab59bb266fda" providerId="LiveId" clId="{6C9262DC-E384-4535-9D53-B347867870A8}" dt="2026-01-23T03:55:51.908" v="2235"/>
        <pc:sldMkLst>
          <pc:docMk/>
          <pc:sldMk cId="2112254381" sldId="260"/>
        </pc:sldMkLst>
        <pc:spChg chg="mod">
          <ac:chgData name="Gary Yu" userId="ff89ab59bb266fda" providerId="LiveId" clId="{6C9262DC-E384-4535-9D53-B347867870A8}" dt="2026-01-23T03:55:51.908" v="2235"/>
          <ac:spMkLst>
            <pc:docMk/>
            <pc:sldMk cId="2112254381" sldId="260"/>
            <ac:spMk id="2" creationId="{5D0E8A62-93AB-2F79-3FC6-E2807613CC7A}"/>
          </ac:spMkLst>
        </pc:spChg>
        <pc:spChg chg="mod">
          <ac:chgData name="Gary Yu" userId="ff89ab59bb266fda" providerId="LiveId" clId="{6C9262DC-E384-4535-9D53-B347867870A8}" dt="2026-01-23T03:55:51.908" v="2235"/>
          <ac:spMkLst>
            <pc:docMk/>
            <pc:sldMk cId="2112254381" sldId="260"/>
            <ac:spMk id="3" creationId="{23DC079A-0B91-2654-435C-6C92B7DDED4C}"/>
          </ac:spMkLst>
        </pc:spChg>
      </pc:sldChg>
      <pc:sldChg chg="modSp new">
        <pc:chgData name="Gary Yu" userId="ff89ab59bb266fda" providerId="LiveId" clId="{6C9262DC-E384-4535-9D53-B347867870A8}" dt="2026-01-23T03:55:51.908" v="2235"/>
        <pc:sldMkLst>
          <pc:docMk/>
          <pc:sldMk cId="2392218632" sldId="261"/>
        </pc:sldMkLst>
        <pc:spChg chg="mod">
          <ac:chgData name="Gary Yu" userId="ff89ab59bb266fda" providerId="LiveId" clId="{6C9262DC-E384-4535-9D53-B347867870A8}" dt="2026-01-23T03:55:51.908" v="2235"/>
          <ac:spMkLst>
            <pc:docMk/>
            <pc:sldMk cId="2392218632" sldId="261"/>
            <ac:spMk id="2" creationId="{65ED7A05-D620-E615-9E9E-B6A8FC68F4AD}"/>
          </ac:spMkLst>
        </pc:spChg>
        <pc:spChg chg="mod">
          <ac:chgData name="Gary Yu" userId="ff89ab59bb266fda" providerId="LiveId" clId="{6C9262DC-E384-4535-9D53-B347867870A8}" dt="2026-01-23T03:55:51.908" v="2235"/>
          <ac:spMkLst>
            <pc:docMk/>
            <pc:sldMk cId="2392218632" sldId="261"/>
            <ac:spMk id="3" creationId="{F8AADE51-3F90-928E-E915-A9C3C1E37A82}"/>
          </ac:spMkLst>
        </pc:spChg>
      </pc:sldChg>
      <pc:sldChg chg="modSp new mod">
        <pc:chgData name="Gary Yu" userId="ff89ab59bb266fda" providerId="LiveId" clId="{6C9262DC-E384-4535-9D53-B347867870A8}" dt="2026-02-03T05:26:40.941" v="2783" actId="20577"/>
        <pc:sldMkLst>
          <pc:docMk/>
          <pc:sldMk cId="1903691026" sldId="262"/>
        </pc:sldMkLst>
        <pc:spChg chg="mod">
          <ac:chgData name="Gary Yu" userId="ff89ab59bb266fda" providerId="LiveId" clId="{6C9262DC-E384-4535-9D53-B347867870A8}" dt="2026-02-03T05:26:40.941" v="2783" actId="20577"/>
          <ac:spMkLst>
            <pc:docMk/>
            <pc:sldMk cId="1903691026" sldId="262"/>
            <ac:spMk id="2" creationId="{FB96EF43-60EF-F5E5-26BF-D46F413B71B3}"/>
          </ac:spMkLst>
        </pc:spChg>
        <pc:spChg chg="mod">
          <ac:chgData name="Gary Yu" userId="ff89ab59bb266fda" providerId="LiveId" clId="{6C9262DC-E384-4535-9D53-B347867870A8}" dt="2026-01-23T03:55:51.908" v="2235"/>
          <ac:spMkLst>
            <pc:docMk/>
            <pc:sldMk cId="1903691026" sldId="262"/>
            <ac:spMk id="3" creationId="{098C8235-5323-C699-BD56-D5F919593828}"/>
          </ac:spMkLst>
        </pc:spChg>
      </pc:sldChg>
      <pc:sldChg chg="addSp delSp modSp new mod">
        <pc:chgData name="Gary Yu" userId="ff89ab59bb266fda" providerId="LiveId" clId="{6C9262DC-E384-4535-9D53-B347867870A8}" dt="2026-02-03T05:44:57.545" v="3020" actId="404"/>
        <pc:sldMkLst>
          <pc:docMk/>
          <pc:sldMk cId="1274162161" sldId="263"/>
        </pc:sldMkLst>
        <pc:spChg chg="mod">
          <ac:chgData name="Gary Yu" userId="ff89ab59bb266fda" providerId="LiveId" clId="{6C9262DC-E384-4535-9D53-B347867870A8}" dt="2026-02-03T05:25:14.762" v="2741" actId="313"/>
          <ac:spMkLst>
            <pc:docMk/>
            <pc:sldMk cId="1274162161" sldId="263"/>
            <ac:spMk id="2" creationId="{5E7CF63E-C3F1-2C33-C9AF-F01C1E849314}"/>
          </ac:spMkLst>
        </pc:spChg>
        <pc:spChg chg="mod">
          <ac:chgData name="Gary Yu" userId="ff89ab59bb266fda" providerId="LiveId" clId="{6C9262DC-E384-4535-9D53-B347867870A8}" dt="2026-02-03T05:44:57.545" v="3020" actId="404"/>
          <ac:spMkLst>
            <pc:docMk/>
            <pc:sldMk cId="1274162161" sldId="263"/>
            <ac:spMk id="3" creationId="{4694E6F4-2D7C-C4B6-277A-2E842B5C65CA}"/>
          </ac:spMkLst>
        </pc:spChg>
        <pc:spChg chg="add del">
          <ac:chgData name="Gary Yu" userId="ff89ab59bb266fda" providerId="LiveId" clId="{6C9262DC-E384-4535-9D53-B347867870A8}" dt="2026-02-03T05:43:28.619" v="3001" actId="478"/>
          <ac:spMkLst>
            <pc:docMk/>
            <pc:sldMk cId="1274162161" sldId="263"/>
            <ac:spMk id="4" creationId="{911009B3-FA69-A64F-834F-709C30A84EC2}"/>
          </ac:spMkLst>
        </pc:spChg>
        <pc:spChg chg="add del mod">
          <ac:chgData name="Gary Yu" userId="ff89ab59bb266fda" providerId="LiveId" clId="{6C9262DC-E384-4535-9D53-B347867870A8}" dt="2026-02-03T05:43:33.702" v="3004" actId="478"/>
          <ac:spMkLst>
            <pc:docMk/>
            <pc:sldMk cId="1274162161" sldId="263"/>
            <ac:spMk id="5" creationId="{C227369A-F594-BC59-C901-35EE72DA9218}"/>
          </ac:spMkLst>
        </pc:sp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1025958060" sldId="264"/>
        </pc:sldMkLst>
        <pc:spChg chg="mod">
          <ac:chgData name="Gary Yu" userId="ff89ab59bb266fda" providerId="LiveId" clId="{6C9262DC-E384-4535-9D53-B347867870A8}" dt="2026-02-03T06:31:32.376" v="3718" actId="20577"/>
          <ac:spMkLst>
            <pc:docMk/>
            <pc:sldMk cId="1025958060" sldId="264"/>
            <ac:spMk id="2" creationId="{8AD949A7-740F-CAAD-B91E-A654434FBA46}"/>
          </ac:spMkLst>
        </pc:spChg>
      </pc:sldChg>
      <pc:sldChg chg="modSp new mod">
        <pc:chgData name="Gary Yu" userId="ff89ab59bb266fda" providerId="LiveId" clId="{6C9262DC-E384-4535-9D53-B347867870A8}" dt="2026-02-03T07:32:04.870" v="4710" actId="20577"/>
        <pc:sldMkLst>
          <pc:docMk/>
          <pc:sldMk cId="1321998718" sldId="265"/>
        </pc:sldMkLst>
        <pc:spChg chg="mod">
          <ac:chgData name="Gary Yu" userId="ff89ab59bb266fda" providerId="LiveId" clId="{6C9262DC-E384-4535-9D53-B347867870A8}" dt="2026-02-03T07:30:26.719" v="4532" actId="20577"/>
          <ac:spMkLst>
            <pc:docMk/>
            <pc:sldMk cId="1321998718" sldId="265"/>
            <ac:spMk id="2" creationId="{4D1480E3-ED2D-9E23-0D93-684042548876}"/>
          </ac:spMkLst>
        </pc:spChg>
        <pc:spChg chg="mod">
          <ac:chgData name="Gary Yu" userId="ff89ab59bb266fda" providerId="LiveId" clId="{6C9262DC-E384-4535-9D53-B347867870A8}" dt="2026-02-03T07:32:04.870" v="4710" actId="20577"/>
          <ac:spMkLst>
            <pc:docMk/>
            <pc:sldMk cId="1321998718" sldId="265"/>
            <ac:spMk id="3" creationId="{1AE3CD3F-56C4-8101-3E45-4D704E3E273C}"/>
          </ac:spMkLst>
        </pc:spChg>
      </pc:sldChg>
      <pc:sldChg chg="addSp delSp modSp new mod">
        <pc:chgData name="Gary Yu" userId="ff89ab59bb266fda" providerId="LiveId" clId="{6C9262DC-E384-4535-9D53-B347867870A8}" dt="2026-02-03T07:02:27.936" v="4237" actId="20577"/>
        <pc:sldMkLst>
          <pc:docMk/>
          <pc:sldMk cId="3503669303" sldId="266"/>
        </pc:sldMkLst>
        <pc:spChg chg="mod">
          <ac:chgData name="Gary Yu" userId="ff89ab59bb266fda" providerId="LiveId" clId="{6C9262DC-E384-4535-9D53-B347867870A8}" dt="2026-02-03T07:02:27.936" v="4237" actId="20577"/>
          <ac:spMkLst>
            <pc:docMk/>
            <pc:sldMk cId="3503669303" sldId="266"/>
            <ac:spMk id="2" creationId="{ADF04E49-6D53-27F6-D417-4700661DB4A9}"/>
          </ac:spMkLst>
        </pc:spChg>
        <pc:spChg chg="del mod">
          <ac:chgData name="Gary Yu" userId="ff89ab59bb266fda" providerId="LiveId" clId="{6C9262DC-E384-4535-9D53-B347867870A8}" dt="2026-02-03T06:04:34.274" v="3632" actId="22"/>
          <ac:spMkLst>
            <pc:docMk/>
            <pc:sldMk cId="3503669303" sldId="266"/>
            <ac:spMk id="3" creationId="{C95A87DC-D6CF-2CC5-CE99-D6E54B20F673}"/>
          </ac:spMkLst>
        </pc:spChg>
        <pc:spChg chg="add del mod">
          <ac:chgData name="Gary Yu" userId="ff89ab59bb266fda" providerId="LiveId" clId="{6C9262DC-E384-4535-9D53-B347867870A8}" dt="2026-02-03T06:57:20.634" v="4066" actId="478"/>
          <ac:spMkLst>
            <pc:docMk/>
            <pc:sldMk cId="3503669303" sldId="266"/>
            <ac:spMk id="4" creationId="{710CFD39-7747-E73E-F450-48577BB49803}"/>
          </ac:spMkLst>
        </pc:spChg>
        <pc:spChg chg="add del mod">
          <ac:chgData name="Gary Yu" userId="ff89ab59bb266fda" providerId="LiveId" clId="{6C9262DC-E384-4535-9D53-B347867870A8}" dt="2026-02-03T06:08:15.749" v="3640"/>
          <ac:spMkLst>
            <pc:docMk/>
            <pc:sldMk cId="3503669303" sldId="266"/>
            <ac:spMk id="6" creationId="{0B20F3DE-9F47-8F92-BD13-CC304C699E0D}"/>
          </ac:spMkLst>
        </pc:spChg>
        <pc:spChg chg="add mod">
          <ac:chgData name="Gary Yu" userId="ff89ab59bb266fda" providerId="LiveId" clId="{6C9262DC-E384-4535-9D53-B347867870A8}" dt="2026-02-03T07:00:08.492" v="4195" actId="20577"/>
          <ac:spMkLst>
            <pc:docMk/>
            <pc:sldMk cId="3503669303" sldId="266"/>
            <ac:spMk id="7" creationId="{9BF0BE31-D0A6-D82E-2D51-ABD20DA8EF36}"/>
          </ac:spMkLst>
        </pc:spChg>
        <pc:picChg chg="add del mod ord">
          <ac:chgData name="Gary Yu" userId="ff89ab59bb266fda" providerId="LiveId" clId="{6C9262DC-E384-4535-9D53-B347867870A8}" dt="2026-02-03T06:57:08.920" v="4062" actId="478"/>
          <ac:picMkLst>
            <pc:docMk/>
            <pc:sldMk cId="3503669303" sldId="266"/>
            <ac:picMk id="5" creationId="{1BA341CD-068D-589D-1633-DFB2D6E524B9}"/>
          </ac:picMkLst>
        </pc:picChg>
        <pc:picChg chg="add mod">
          <ac:chgData name="Gary Yu" userId="ff89ab59bb266fda" providerId="LiveId" clId="{6C9262DC-E384-4535-9D53-B347867870A8}" dt="2026-02-03T06:57:48.509" v="4069" actId="1076"/>
          <ac:picMkLst>
            <pc:docMk/>
            <pc:sldMk cId="3503669303" sldId="266"/>
            <ac:picMk id="8" creationId="{E0212960-2FC2-00FB-C456-26F0FFD714FF}"/>
          </ac:picMkLst>
        </pc:picChg>
      </pc:sldChg>
      <pc:sldChg chg="addSp delSp modSp new mod">
        <pc:chgData name="Gary Yu" userId="ff89ab59bb266fda" providerId="LiveId" clId="{6C9262DC-E384-4535-9D53-B347867870A8}" dt="2026-02-03T07:30:13.269" v="4525" actId="20577"/>
        <pc:sldMkLst>
          <pc:docMk/>
          <pc:sldMk cId="735683244" sldId="267"/>
        </pc:sldMkLst>
        <pc:spChg chg="mod">
          <ac:chgData name="Gary Yu" userId="ff89ab59bb266fda" providerId="LiveId" clId="{6C9262DC-E384-4535-9D53-B347867870A8}" dt="2026-02-03T07:30:13.269" v="4525" actId="20577"/>
          <ac:spMkLst>
            <pc:docMk/>
            <pc:sldMk cId="735683244" sldId="267"/>
            <ac:spMk id="2" creationId="{D20CCD6C-980A-5D13-B127-D40EAE45B054}"/>
          </ac:spMkLst>
        </pc:spChg>
        <pc:spChg chg="del mod">
          <ac:chgData name="Gary Yu" userId="ff89ab59bb266fda" providerId="LiveId" clId="{6C9262DC-E384-4535-9D53-B347867870A8}" dt="2026-02-03T06:57:00.373" v="4058" actId="22"/>
          <ac:spMkLst>
            <pc:docMk/>
            <pc:sldMk cId="735683244" sldId="267"/>
            <ac:spMk id="3" creationId="{DC6B5C99-4EF1-FF19-083C-5BE096AE0057}"/>
          </ac:spMkLst>
        </pc:spChg>
        <pc:picChg chg="add mod ord">
          <ac:chgData name="Gary Yu" userId="ff89ab59bb266fda" providerId="LiveId" clId="{6C9262DC-E384-4535-9D53-B347867870A8}" dt="2026-02-03T06:57:05.255" v="4061" actId="1076"/>
          <ac:picMkLst>
            <pc:docMk/>
            <pc:sldMk cId="735683244" sldId="267"/>
            <ac:picMk id="5" creationId="{E64BB822-4F25-4C7F-DF33-C157305B2C63}"/>
          </ac:picMkLst>
        </pc:picChg>
      </pc:sldChg>
      <pc:sldChg chg="addSp delSp modSp new mod">
        <pc:chgData name="Gary Yu" userId="ff89ab59bb266fda" providerId="LiveId" clId="{6C9262DC-E384-4535-9D53-B347867870A8}" dt="2026-02-03T07:16:13.228" v="4261" actId="113"/>
        <pc:sldMkLst>
          <pc:docMk/>
          <pc:sldMk cId="1342269989" sldId="268"/>
        </pc:sldMkLst>
        <pc:spChg chg="mod">
          <ac:chgData name="Gary Yu" userId="ff89ab59bb266fda" providerId="LiveId" clId="{6C9262DC-E384-4535-9D53-B347867870A8}" dt="2026-02-03T07:16:13.228" v="4261" actId="113"/>
          <ac:spMkLst>
            <pc:docMk/>
            <pc:sldMk cId="1342269989" sldId="268"/>
            <ac:spMk id="2" creationId="{74F924BC-AD1B-8069-C4E2-070443A4402F}"/>
          </ac:spMkLst>
        </pc:spChg>
        <pc:spChg chg="del mod">
          <ac:chgData name="Gary Yu" userId="ff89ab59bb266fda" providerId="LiveId" clId="{6C9262DC-E384-4535-9D53-B347867870A8}" dt="2026-02-03T07:15:43.538" v="4249" actId="22"/>
          <ac:spMkLst>
            <pc:docMk/>
            <pc:sldMk cId="1342269989" sldId="268"/>
            <ac:spMk id="3" creationId="{E6883456-AFA6-3BAD-2B6F-E84546E59ADD}"/>
          </ac:spMkLst>
        </pc:spChg>
        <pc:picChg chg="add mod ord">
          <ac:chgData name="Gary Yu" userId="ff89ab59bb266fda" providerId="LiveId" clId="{6C9262DC-E384-4535-9D53-B347867870A8}" dt="2026-02-03T07:15:48.608" v="4251" actId="1076"/>
          <ac:picMkLst>
            <pc:docMk/>
            <pc:sldMk cId="1342269989" sldId="268"/>
            <ac:picMk id="5" creationId="{24C28BE2-F3E3-21E6-7ADE-A7DE52C8A251}"/>
          </ac:picMkLst>
        </pc:picChg>
      </pc:sldChg>
      <pc:sldChg chg="addSp delSp modSp new mod">
        <pc:chgData name="Gary Yu" userId="ff89ab59bb266fda" providerId="LiveId" clId="{6C9262DC-E384-4535-9D53-B347867870A8}" dt="2026-02-03T07:29:29.597" v="4495" actId="22"/>
        <pc:sldMkLst>
          <pc:docMk/>
          <pc:sldMk cId="395725573" sldId="269"/>
        </pc:sldMkLst>
        <pc:spChg chg="mod">
          <ac:chgData name="Gary Yu" userId="ff89ab59bb266fda" providerId="LiveId" clId="{6C9262DC-E384-4535-9D53-B347867870A8}" dt="2026-02-03T07:18:48.523" v="4309" actId="20577"/>
          <ac:spMkLst>
            <pc:docMk/>
            <pc:sldMk cId="395725573" sldId="269"/>
            <ac:spMk id="2" creationId="{180E5E65-2E1D-052A-EB48-1950D3331F2D}"/>
          </ac:spMkLst>
        </pc:spChg>
        <pc:spChg chg="del mod">
          <ac:chgData name="Gary Yu" userId="ff89ab59bb266fda" providerId="LiveId" clId="{6C9262DC-E384-4535-9D53-B347867870A8}" dt="2026-02-03T07:23:14.549" v="4314" actId="22"/>
          <ac:spMkLst>
            <pc:docMk/>
            <pc:sldMk cId="395725573" sldId="269"/>
            <ac:spMk id="3" creationId="{D6FCB5E6-F349-5051-4325-8E75E79FDF1E}"/>
          </ac:spMkLst>
        </pc:spChg>
        <pc:spChg chg="add del mod">
          <ac:chgData name="Gary Yu" userId="ff89ab59bb266fda" providerId="LiveId" clId="{6C9262DC-E384-4535-9D53-B347867870A8}" dt="2026-02-03T07:29:29.597" v="4495" actId="22"/>
          <ac:spMkLst>
            <pc:docMk/>
            <pc:sldMk cId="395725573" sldId="269"/>
            <ac:spMk id="7" creationId="{BD33A51A-1ECE-6BB2-159A-FCF4F220BF91}"/>
          </ac:spMkLst>
        </pc:spChg>
        <pc:picChg chg="add del mod ord">
          <ac:chgData name="Gary Yu" userId="ff89ab59bb266fda" providerId="LiveId" clId="{6C9262DC-E384-4535-9D53-B347867870A8}" dt="2026-02-03T07:23:21.140" v="4315" actId="21"/>
          <ac:picMkLst>
            <pc:docMk/>
            <pc:sldMk cId="395725573" sldId="269"/>
            <ac:picMk id="5" creationId="{6BDF92C3-9E66-A1AE-1C42-1808506D2A6A}"/>
          </ac:picMkLst>
        </pc:picChg>
        <pc:picChg chg="add mod ord">
          <ac:chgData name="Gary Yu" userId="ff89ab59bb266fda" providerId="LiveId" clId="{6C9262DC-E384-4535-9D53-B347867870A8}" dt="2026-02-03T07:29:29.597" v="4495" actId="22"/>
          <ac:picMkLst>
            <pc:docMk/>
            <pc:sldMk cId="395725573" sldId="269"/>
            <ac:picMk id="9" creationId="{9076F3E3-EA06-7F94-5BE9-F503EF586A12}"/>
          </ac:picMkLst>
        </pc:picChg>
      </pc:sldChg>
      <pc:sldChg chg="addSp delSp modSp new mod">
        <pc:chgData name="Gary Yu" userId="ff89ab59bb266fda" providerId="LiveId" clId="{6C9262DC-E384-4535-9D53-B347867870A8}" dt="2026-02-03T07:23:22.734" v="4316"/>
        <pc:sldMkLst>
          <pc:docMk/>
          <pc:sldMk cId="2014877610" sldId="270"/>
        </pc:sldMkLst>
        <pc:spChg chg="mod">
          <ac:chgData name="Gary Yu" userId="ff89ab59bb266fda" providerId="LiveId" clId="{6C9262DC-E384-4535-9D53-B347867870A8}" dt="2026-02-03T07:02:45.921" v="4247" actId="20577"/>
          <ac:spMkLst>
            <pc:docMk/>
            <pc:sldMk cId="2014877610" sldId="270"/>
            <ac:spMk id="2" creationId="{F7C351E4-54F0-44BF-C9F8-9898D32C4472}"/>
          </ac:spMkLst>
        </pc:spChg>
        <pc:spChg chg="del mod">
          <ac:chgData name="Gary Yu" userId="ff89ab59bb266fda" providerId="LiveId" clId="{6C9262DC-E384-4535-9D53-B347867870A8}" dt="2026-02-03T07:23:22.734" v="4316"/>
          <ac:spMkLst>
            <pc:docMk/>
            <pc:sldMk cId="2014877610" sldId="270"/>
            <ac:spMk id="3" creationId="{8D7C8F3F-C34B-9238-B8BA-A93C5B8F8465}"/>
          </ac:spMkLst>
        </pc:spChg>
        <pc:picChg chg="add mod">
          <ac:chgData name="Gary Yu" userId="ff89ab59bb266fda" providerId="LiveId" clId="{6C9262DC-E384-4535-9D53-B347867870A8}" dt="2026-02-03T07:23:22.734" v="4316"/>
          <ac:picMkLst>
            <pc:docMk/>
            <pc:sldMk cId="2014877610" sldId="270"/>
            <ac:picMk id="5" creationId="{6BDF92C3-9E66-A1AE-1C42-1808506D2A6A}"/>
          </ac:picMkLst>
        </pc:picChg>
      </pc:sldChg>
      <pc:sldChg chg="modSp new del mod">
        <pc:chgData name="Gary Yu" userId="ff89ab59bb266fda" providerId="LiveId" clId="{6C9262DC-E384-4535-9D53-B347867870A8}" dt="2026-02-03T07:02:03.441" v="4222" actId="2696"/>
        <pc:sldMkLst>
          <pc:docMk/>
          <pc:sldMk cId="2095102214" sldId="271"/>
        </pc:sldMkLst>
        <pc:spChg chg="mod">
          <ac:chgData name="Gary Yu" userId="ff89ab59bb266fda" providerId="LiveId" clId="{6C9262DC-E384-4535-9D53-B347867870A8}" dt="2026-02-03T06:32:08.804" v="3738" actId="113"/>
          <ac:spMkLst>
            <pc:docMk/>
            <pc:sldMk cId="2095102214" sldId="271"/>
            <ac:spMk id="2" creationId="{AF1206F8-A72B-4FDC-A4A9-86FC54816451}"/>
          </ac:spMkLst>
        </pc:spChg>
      </pc:sldChg>
      <pc:sldChg chg="modSp new del mod">
        <pc:chgData name="Gary Yu" userId="ff89ab59bb266fda" providerId="LiveId" clId="{6C9262DC-E384-4535-9D53-B347867870A8}" dt="2026-02-03T07:02:03.441" v="4222" actId="2696"/>
        <pc:sldMkLst>
          <pc:docMk/>
          <pc:sldMk cId="3497874642" sldId="272"/>
        </pc:sldMkLst>
        <pc:spChg chg="mod">
          <ac:chgData name="Gary Yu" userId="ff89ab59bb266fda" providerId="LiveId" clId="{6C9262DC-E384-4535-9D53-B347867870A8}" dt="2026-02-03T06:32:14.525" v="3742" actId="20577"/>
          <ac:spMkLst>
            <pc:docMk/>
            <pc:sldMk cId="3497874642" sldId="272"/>
            <ac:spMk id="2" creationId="{7C83F44C-2BB4-CEB4-5DCC-5BBA5E38ABB0}"/>
          </ac:spMkLst>
        </pc:spChg>
      </pc:sldChg>
      <pc:sldChg chg="modSp new del mod">
        <pc:chgData name="Gary Yu" userId="ff89ab59bb266fda" providerId="LiveId" clId="{6C9262DC-E384-4535-9D53-B347867870A8}" dt="2026-02-03T07:02:03.441" v="4222" actId="2696"/>
        <pc:sldMkLst>
          <pc:docMk/>
          <pc:sldMk cId="3030659766" sldId="273"/>
        </pc:sldMkLst>
        <pc:spChg chg="mod">
          <ac:chgData name="Gary Yu" userId="ff89ab59bb266fda" providerId="LiveId" clId="{6C9262DC-E384-4535-9D53-B347867870A8}" dt="2026-02-03T06:32:21.220" v="3746" actId="20577"/>
          <ac:spMkLst>
            <pc:docMk/>
            <pc:sldMk cId="3030659766" sldId="273"/>
            <ac:spMk id="2" creationId="{FD36262C-BCB7-18C4-3D1B-2415301D3DEB}"/>
          </ac:spMkLst>
        </pc:spChg>
      </pc:sldChg>
      <pc:sldChg chg="modSp new del mod">
        <pc:chgData name="Gary Yu" userId="ff89ab59bb266fda" providerId="LiveId" clId="{6C9262DC-E384-4535-9D53-B347867870A8}" dt="2026-02-03T07:02:03.441" v="4222" actId="2696"/>
        <pc:sldMkLst>
          <pc:docMk/>
          <pc:sldMk cId="1390781140" sldId="274"/>
        </pc:sldMkLst>
        <pc:spChg chg="mod">
          <ac:chgData name="Gary Yu" userId="ff89ab59bb266fda" providerId="LiveId" clId="{6C9262DC-E384-4535-9D53-B347867870A8}" dt="2026-02-03T06:32:32.139" v="3755" actId="113"/>
          <ac:spMkLst>
            <pc:docMk/>
            <pc:sldMk cId="1390781140" sldId="274"/>
            <ac:spMk id="2" creationId="{0706FC4D-B7EF-95FA-169B-256797D01DA5}"/>
          </ac:spMkLst>
        </pc:spChg>
      </pc:sldChg>
      <pc:sldChg chg="modSp new del">
        <pc:chgData name="Gary Yu" userId="ff89ab59bb266fda" providerId="LiveId" clId="{6C9262DC-E384-4535-9D53-B347867870A8}" dt="2026-02-03T06:33:32.709" v="3794" actId="2696"/>
        <pc:sldMkLst>
          <pc:docMk/>
          <pc:sldMk cId="3979582648" sldId="275"/>
        </pc:sldMkLst>
      </pc:sldChg>
      <pc:sldChg chg="modSp new del">
        <pc:chgData name="Gary Yu" userId="ff89ab59bb266fda" providerId="LiveId" clId="{6C9262DC-E384-4535-9D53-B347867870A8}" dt="2026-02-03T06:33:32.709" v="3794" actId="2696"/>
        <pc:sldMkLst>
          <pc:docMk/>
          <pc:sldMk cId="433401176" sldId="276"/>
        </pc:sldMkLst>
      </pc:sldChg>
      <pc:sldChg chg="modSp new del">
        <pc:chgData name="Gary Yu" userId="ff89ab59bb266fda" providerId="LiveId" clId="{6C9262DC-E384-4535-9D53-B347867870A8}" dt="2026-02-03T06:33:32.709" v="3794" actId="2696"/>
        <pc:sldMkLst>
          <pc:docMk/>
          <pc:sldMk cId="2471928322" sldId="277"/>
        </pc:sldMkLst>
      </pc:sldChg>
      <pc:sldChg chg="modSp new del">
        <pc:chgData name="Gary Yu" userId="ff89ab59bb266fda" providerId="LiveId" clId="{6C9262DC-E384-4535-9D53-B347867870A8}" dt="2026-02-03T06:33:32.709" v="3794" actId="2696"/>
        <pc:sldMkLst>
          <pc:docMk/>
          <pc:sldMk cId="1237056224" sldId="278"/>
        </pc:sldMkLst>
      </pc:sldChg>
      <pc:sldChg chg="modSp new del">
        <pc:chgData name="Gary Yu" userId="ff89ab59bb266fda" providerId="LiveId" clId="{6C9262DC-E384-4535-9D53-B347867870A8}" dt="2026-02-03T06:33:32.709" v="3794" actId="2696"/>
        <pc:sldMkLst>
          <pc:docMk/>
          <pc:sldMk cId="2499121045" sldId="279"/>
        </pc:sldMkLst>
      </pc:sldChg>
      <pc:sldChg chg="modSp new del">
        <pc:chgData name="Gary Yu" userId="ff89ab59bb266fda" providerId="LiveId" clId="{6C9262DC-E384-4535-9D53-B347867870A8}" dt="2026-02-03T06:33:32.709" v="3794" actId="2696"/>
        <pc:sldMkLst>
          <pc:docMk/>
          <pc:sldMk cId="4260815912" sldId="280"/>
        </pc:sldMkLst>
      </pc:sldChg>
      <pc:sldChg chg="modSp new del">
        <pc:chgData name="Gary Yu" userId="ff89ab59bb266fda" providerId="LiveId" clId="{6C9262DC-E384-4535-9D53-B347867870A8}" dt="2026-02-03T06:33:32.709" v="3794" actId="2696"/>
        <pc:sldMkLst>
          <pc:docMk/>
          <pc:sldMk cId="598553236" sldId="281"/>
        </pc:sldMkLst>
      </pc:sldChg>
      <pc:sldChg chg="modSp new del">
        <pc:chgData name="Gary Yu" userId="ff89ab59bb266fda" providerId="LiveId" clId="{6C9262DC-E384-4535-9D53-B347867870A8}" dt="2026-02-03T06:33:32.709" v="3794" actId="2696"/>
        <pc:sldMkLst>
          <pc:docMk/>
          <pc:sldMk cId="1048490082" sldId="282"/>
        </pc:sldMkLst>
      </pc:sldChg>
      <pc:sldChg chg="modSp new del">
        <pc:chgData name="Gary Yu" userId="ff89ab59bb266fda" providerId="LiveId" clId="{6C9262DC-E384-4535-9D53-B347867870A8}" dt="2026-02-03T06:33:32.709" v="3794" actId="2696"/>
        <pc:sldMkLst>
          <pc:docMk/>
          <pc:sldMk cId="3306498927" sldId="283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115573898" sldId="284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3939077394" sldId="285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774597362" sldId="286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262332143" sldId="287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3666060037" sldId="288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1737856806" sldId="289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3014315834" sldId="290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3407766769" sldId="291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701531327" sldId="292"/>
        </pc:sldMkLst>
      </pc:sldChg>
      <pc:sldChg chg="modSp new del">
        <pc:chgData name="Gary Yu" userId="ff89ab59bb266fda" providerId="LiveId" clId="{6C9262DC-E384-4535-9D53-B347867870A8}" dt="2026-02-03T06:31:51.400" v="3727" actId="2696"/>
        <pc:sldMkLst>
          <pc:docMk/>
          <pc:sldMk cId="627977688" sldId="293"/>
        </pc:sldMkLst>
      </pc:sldChg>
      <pc:sldChg chg="modSp new del">
        <pc:chgData name="Gary Yu" userId="ff89ab59bb266fda" providerId="LiveId" clId="{6C9262DC-E384-4535-9D53-B347867870A8}" dt="2026-02-03T06:31:12.509" v="3716" actId="2696"/>
        <pc:sldMkLst>
          <pc:docMk/>
          <pc:sldMk cId="2138729912" sldId="294"/>
        </pc:sldMkLst>
      </pc:sldChg>
      <pc:sldChg chg="modSp new del">
        <pc:chgData name="Gary Yu" userId="ff89ab59bb266fda" providerId="LiveId" clId="{6C9262DC-E384-4535-9D53-B347867870A8}" dt="2026-02-03T06:31:12.509" v="3716" actId="2696"/>
        <pc:sldMkLst>
          <pc:docMk/>
          <pc:sldMk cId="1121542580" sldId="295"/>
        </pc:sldMkLst>
      </pc:sldChg>
      <pc:sldChg chg="modSp new del">
        <pc:chgData name="Gary Yu" userId="ff89ab59bb266fda" providerId="LiveId" clId="{6C9262DC-E384-4535-9D53-B347867870A8}" dt="2026-02-03T06:31:12.509" v="3716" actId="2696"/>
        <pc:sldMkLst>
          <pc:docMk/>
          <pc:sldMk cId="566805510" sldId="296"/>
        </pc:sldMkLst>
      </pc:sldChg>
      <pc:sldChg chg="modSp new del">
        <pc:chgData name="Gary Yu" userId="ff89ab59bb266fda" providerId="LiveId" clId="{6C9262DC-E384-4535-9D53-B347867870A8}" dt="2026-02-03T06:31:12.509" v="3716" actId="2696"/>
        <pc:sldMkLst>
          <pc:docMk/>
          <pc:sldMk cId="169941670" sldId="297"/>
        </pc:sldMkLst>
      </pc:sldChg>
      <pc:sldChg chg="modSp new del">
        <pc:chgData name="Gary Yu" userId="ff89ab59bb266fda" providerId="LiveId" clId="{6C9262DC-E384-4535-9D53-B347867870A8}" dt="2026-02-03T06:31:12.509" v="3716" actId="2696"/>
        <pc:sldMkLst>
          <pc:docMk/>
          <pc:sldMk cId="2971525850" sldId="298"/>
        </pc:sldMkLst>
      </pc:sldChg>
      <pc:sldChg chg="addSp modSp new mod">
        <pc:chgData name="Gary Yu" userId="ff89ab59bb266fda" providerId="LiveId" clId="{6C9262DC-E384-4535-9D53-B347867870A8}" dt="2026-02-03T07:43:11.301" v="4748" actId="5793"/>
        <pc:sldMkLst>
          <pc:docMk/>
          <pc:sldMk cId="1928736779" sldId="299"/>
        </pc:sldMkLst>
        <pc:spChg chg="mod">
          <ac:chgData name="Gary Yu" userId="ff89ab59bb266fda" providerId="LiveId" clId="{6C9262DC-E384-4535-9D53-B347867870A8}" dt="2026-01-23T03:55:51.908" v="2235"/>
          <ac:spMkLst>
            <pc:docMk/>
            <pc:sldMk cId="1928736779" sldId="299"/>
            <ac:spMk id="2" creationId="{4620CA81-E2AD-DB92-F77F-7D4530ABDB9C}"/>
          </ac:spMkLst>
        </pc:spChg>
        <pc:spChg chg="mod">
          <ac:chgData name="Gary Yu" userId="ff89ab59bb266fda" providerId="LiveId" clId="{6C9262DC-E384-4535-9D53-B347867870A8}" dt="2026-02-03T07:43:11.301" v="4748" actId="5793"/>
          <ac:spMkLst>
            <pc:docMk/>
            <pc:sldMk cId="1928736779" sldId="299"/>
            <ac:spMk id="3" creationId="{6D486C65-8304-5890-C619-183A71590293}"/>
          </ac:spMkLst>
        </pc:spChg>
        <pc:spChg chg="add">
          <ac:chgData name="Gary Yu" userId="ff89ab59bb266fda" providerId="LiveId" clId="{6C9262DC-E384-4535-9D53-B347867870A8}" dt="2026-02-03T05:43:02.008" v="2996"/>
          <ac:spMkLst>
            <pc:docMk/>
            <pc:sldMk cId="1928736779" sldId="299"/>
            <ac:spMk id="4" creationId="{07C0CE86-DD21-B171-BB3E-5177E2AC206D}"/>
          </ac:spMkLst>
        </pc:spChg>
      </pc:sldChg>
      <pc:sldChg chg="del">
        <pc:chgData name="Gary Yu" userId="ff89ab59bb266fda" providerId="LiveId" clId="{6C9262DC-E384-4535-9D53-B347867870A8}" dt="2026-02-03T06:31:12.509" v="3716" actId="2696"/>
        <pc:sldMkLst>
          <pc:docMk/>
          <pc:sldMk cId="1504178843" sldId="300"/>
        </pc:sldMkLst>
      </pc:sldChg>
      <pc:sldChg chg="addSp delSp modSp new mod ord">
        <pc:chgData name="Gary Yu" userId="ff89ab59bb266fda" providerId="LiveId" clId="{6C9262DC-E384-4535-9D53-B347867870A8}" dt="2026-02-03T07:41:41.983" v="4728" actId="1076"/>
        <pc:sldMkLst>
          <pc:docMk/>
          <pc:sldMk cId="2831958241" sldId="301"/>
        </pc:sldMkLst>
        <pc:spChg chg="add del mod">
          <ac:chgData name="Gary Yu" userId="ff89ab59bb266fda" providerId="LiveId" clId="{6C9262DC-E384-4535-9D53-B347867870A8}" dt="2026-02-03T05:46:21.496" v="3085" actId="20577"/>
          <ac:spMkLst>
            <pc:docMk/>
            <pc:sldMk cId="2831958241" sldId="301"/>
            <ac:spMk id="2" creationId="{D79E9471-B0FF-194B-7ADA-866C5B8C7061}"/>
          </ac:spMkLst>
        </pc:spChg>
        <pc:spChg chg="add del mod">
          <ac:chgData name="Gary Yu" userId="ff89ab59bb266fda" providerId="LiveId" clId="{6C9262DC-E384-4535-9D53-B347867870A8}" dt="2026-02-03T05:51:44.733" v="3088"/>
          <ac:spMkLst>
            <pc:docMk/>
            <pc:sldMk cId="2831958241" sldId="301"/>
            <ac:spMk id="3" creationId="{6A3B59F8-622D-1628-0F6D-6F062E188DC1}"/>
          </ac:spMkLst>
        </pc:spChg>
        <pc:spChg chg="add del">
          <ac:chgData name="Gary Yu" userId="ff89ab59bb266fda" providerId="LiveId" clId="{6C9262DC-E384-4535-9D53-B347867870A8}" dt="2026-02-03T05:45:45.016" v="3028" actId="478"/>
          <ac:spMkLst>
            <pc:docMk/>
            <pc:sldMk cId="2831958241" sldId="301"/>
            <ac:spMk id="3" creationId="{CEE7EE55-D9F8-C7BC-CFC3-FD8CCFFBA05A}"/>
          </ac:spMkLst>
        </pc:spChg>
        <pc:spChg chg="add mod">
          <ac:chgData name="Gary Yu" userId="ff89ab59bb266fda" providerId="LiveId" clId="{6C9262DC-E384-4535-9D53-B347867870A8}" dt="2026-02-03T07:40:31.002" v="4725" actId="1076"/>
          <ac:spMkLst>
            <pc:docMk/>
            <pc:sldMk cId="2831958241" sldId="301"/>
            <ac:spMk id="4" creationId="{A817F824-2B8A-9E61-39F6-BF7BB7584C3B}"/>
          </ac:spMkLst>
        </pc:spChg>
        <pc:picChg chg="add mod">
          <ac:chgData name="Gary Yu" userId="ff89ab59bb266fda" providerId="LiveId" clId="{6C9262DC-E384-4535-9D53-B347867870A8}" dt="2026-02-03T07:41:41.983" v="4728" actId="1076"/>
          <ac:picMkLst>
            <pc:docMk/>
            <pc:sldMk cId="2831958241" sldId="301"/>
            <ac:picMk id="6" creationId="{711731E8-BFB3-5A94-2D6B-3F67FB3249FC}"/>
          </ac:picMkLst>
        </pc:pic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2155926668" sldId="302"/>
        </pc:sldMkLst>
        <pc:spChg chg="mod">
          <ac:chgData name="Gary Yu" userId="ff89ab59bb266fda" providerId="LiveId" clId="{6C9262DC-E384-4535-9D53-B347867870A8}" dt="2026-02-03T06:32:50.970" v="3759" actId="20577"/>
          <ac:spMkLst>
            <pc:docMk/>
            <pc:sldMk cId="2155926668" sldId="302"/>
            <ac:spMk id="2" creationId="{07926E9A-413A-28EB-6D2D-5B1B4F6C231A}"/>
          </ac:spMkLst>
        </pc:sp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3517739" sldId="303"/>
        </pc:sldMkLst>
        <pc:spChg chg="mod">
          <ac:chgData name="Gary Yu" userId="ff89ab59bb266fda" providerId="LiveId" clId="{6C9262DC-E384-4535-9D53-B347867870A8}" dt="2026-02-03T06:32:53.404" v="3763" actId="20577"/>
          <ac:spMkLst>
            <pc:docMk/>
            <pc:sldMk cId="3517739" sldId="303"/>
            <ac:spMk id="2" creationId="{AB02B40A-7629-6968-467F-AB6B64D35259}"/>
          </ac:spMkLst>
        </pc:sp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2477971716" sldId="304"/>
        </pc:sldMkLst>
        <pc:spChg chg="mod">
          <ac:chgData name="Gary Yu" userId="ff89ab59bb266fda" providerId="LiveId" clId="{6C9262DC-E384-4535-9D53-B347867870A8}" dt="2026-02-03T06:32:56.694" v="3767" actId="20577"/>
          <ac:spMkLst>
            <pc:docMk/>
            <pc:sldMk cId="2477971716" sldId="304"/>
            <ac:spMk id="2" creationId="{18A636D6-FBE3-92A4-A8F5-7F0339220573}"/>
          </ac:spMkLst>
        </pc:sp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2043868523" sldId="305"/>
        </pc:sldMkLst>
        <pc:spChg chg="mod">
          <ac:chgData name="Gary Yu" userId="ff89ab59bb266fda" providerId="LiveId" clId="{6C9262DC-E384-4535-9D53-B347867870A8}" dt="2026-02-03T06:33:00.168" v="3771" actId="20577"/>
          <ac:spMkLst>
            <pc:docMk/>
            <pc:sldMk cId="2043868523" sldId="305"/>
            <ac:spMk id="2" creationId="{2A4605A7-7753-AB90-566B-3891BC676227}"/>
          </ac:spMkLst>
        </pc:sp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4170991134" sldId="306"/>
        </pc:sldMkLst>
        <pc:spChg chg="mod">
          <ac:chgData name="Gary Yu" userId="ff89ab59bb266fda" providerId="LiveId" clId="{6C9262DC-E384-4535-9D53-B347867870A8}" dt="2026-02-03T06:33:05.488" v="3775" actId="20577"/>
          <ac:spMkLst>
            <pc:docMk/>
            <pc:sldMk cId="4170991134" sldId="306"/>
            <ac:spMk id="2" creationId="{A97F9786-33CD-ED20-53F0-35E0B473890C}"/>
          </ac:spMkLst>
        </pc:sp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2724178456" sldId="307"/>
        </pc:sldMkLst>
        <pc:spChg chg="mod">
          <ac:chgData name="Gary Yu" userId="ff89ab59bb266fda" providerId="LiveId" clId="{6C9262DC-E384-4535-9D53-B347867870A8}" dt="2026-02-03T06:33:10.283" v="3779" actId="20577"/>
          <ac:spMkLst>
            <pc:docMk/>
            <pc:sldMk cId="2724178456" sldId="307"/>
            <ac:spMk id="2" creationId="{6EFEBFB7-84C1-5B95-264D-03F4BD2E0AAF}"/>
          </ac:spMkLst>
        </pc:sp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1201047947" sldId="308"/>
        </pc:sldMkLst>
        <pc:spChg chg="mod">
          <ac:chgData name="Gary Yu" userId="ff89ab59bb266fda" providerId="LiveId" clId="{6C9262DC-E384-4535-9D53-B347867870A8}" dt="2026-02-03T06:33:13.387" v="3783" actId="20577"/>
          <ac:spMkLst>
            <pc:docMk/>
            <pc:sldMk cId="1201047947" sldId="308"/>
            <ac:spMk id="2" creationId="{883C42CE-6B85-6F04-EFCC-AB432E575712}"/>
          </ac:spMkLst>
        </pc:sp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3584817600" sldId="309"/>
        </pc:sldMkLst>
        <pc:spChg chg="mod">
          <ac:chgData name="Gary Yu" userId="ff89ab59bb266fda" providerId="LiveId" clId="{6C9262DC-E384-4535-9D53-B347867870A8}" dt="2026-02-03T06:33:18.056" v="3787" actId="20577"/>
          <ac:spMkLst>
            <pc:docMk/>
            <pc:sldMk cId="3584817600" sldId="309"/>
            <ac:spMk id="2" creationId="{18225DAD-2D2C-60AD-7E93-A40B0C3A7CF0}"/>
          </ac:spMkLst>
        </pc:spChg>
      </pc:sldChg>
      <pc:sldChg chg="modSp new add del mod">
        <pc:chgData name="Gary Yu" userId="ff89ab59bb266fda" providerId="LiveId" clId="{6C9262DC-E384-4535-9D53-B347867870A8}" dt="2026-02-03T07:32:59.971" v="4713" actId="2696"/>
        <pc:sldMkLst>
          <pc:docMk/>
          <pc:sldMk cId="3063612020" sldId="310"/>
        </pc:sldMkLst>
        <pc:spChg chg="mod">
          <ac:chgData name="Gary Yu" userId="ff89ab59bb266fda" providerId="LiveId" clId="{6C9262DC-E384-4535-9D53-B347867870A8}" dt="2026-02-03T06:33:22.311" v="3793" actId="20577"/>
          <ac:spMkLst>
            <pc:docMk/>
            <pc:sldMk cId="3063612020" sldId="310"/>
            <ac:spMk id="2" creationId="{2CE4A1F4-55DB-C42A-A670-8BDAA99BF93C}"/>
          </ac:spMkLst>
        </pc:spChg>
      </pc:sldChg>
      <pc:sldChg chg="addSp delSp modSp new mod">
        <pc:chgData name="Gary Yu" userId="ff89ab59bb266fda" providerId="LiveId" clId="{6C9262DC-E384-4535-9D53-B347867870A8}" dt="2026-02-03T07:02:23.067" v="4233" actId="113"/>
        <pc:sldMkLst>
          <pc:docMk/>
          <pc:sldMk cId="745012863" sldId="311"/>
        </pc:sldMkLst>
        <pc:spChg chg="mod">
          <ac:chgData name="Gary Yu" userId="ff89ab59bb266fda" providerId="LiveId" clId="{6C9262DC-E384-4535-9D53-B347867870A8}" dt="2026-02-03T07:02:23.067" v="4233" actId="113"/>
          <ac:spMkLst>
            <pc:docMk/>
            <pc:sldMk cId="745012863" sldId="311"/>
            <ac:spMk id="2" creationId="{F4142982-93CD-CEAC-81E1-1CDEE6C3806A}"/>
          </ac:spMkLst>
        </pc:spChg>
        <pc:spChg chg="del">
          <ac:chgData name="Gary Yu" userId="ff89ab59bb266fda" providerId="LiveId" clId="{6C9262DC-E384-4535-9D53-B347867870A8}" dt="2026-02-03T06:45:55.265" v="3927" actId="22"/>
          <ac:spMkLst>
            <pc:docMk/>
            <pc:sldMk cId="745012863" sldId="311"/>
            <ac:spMk id="3" creationId="{D1282752-82A9-2828-13D1-6556C6DE99F0}"/>
          </ac:spMkLst>
        </pc:spChg>
        <pc:spChg chg="add mod">
          <ac:chgData name="Gary Yu" userId="ff89ab59bb266fda" providerId="LiveId" clId="{6C9262DC-E384-4535-9D53-B347867870A8}" dt="2026-02-03T07:00:40.940" v="4208" actId="27636"/>
          <ac:spMkLst>
            <pc:docMk/>
            <pc:sldMk cId="745012863" sldId="311"/>
            <ac:spMk id="7" creationId="{632FC4B0-BA33-9F0F-CCFB-668A4704B06D}"/>
          </ac:spMkLst>
        </pc:spChg>
        <pc:picChg chg="add del mod ord">
          <ac:chgData name="Gary Yu" userId="ff89ab59bb266fda" providerId="LiveId" clId="{6C9262DC-E384-4535-9D53-B347867870A8}" dt="2026-02-03T06:47:47.725" v="3932" actId="478"/>
          <ac:picMkLst>
            <pc:docMk/>
            <pc:sldMk cId="745012863" sldId="311"/>
            <ac:picMk id="5" creationId="{9A8635B7-F9C6-7EBC-BB98-494918C32556}"/>
          </ac:picMkLst>
        </pc:picChg>
        <pc:picChg chg="add mod">
          <ac:chgData name="Gary Yu" userId="ff89ab59bb266fda" providerId="LiveId" clId="{6C9262DC-E384-4535-9D53-B347867870A8}" dt="2026-02-03T07:00:28.678" v="4196" actId="14100"/>
          <ac:picMkLst>
            <pc:docMk/>
            <pc:sldMk cId="745012863" sldId="311"/>
            <ac:picMk id="9" creationId="{3D106557-A843-8E5D-42A2-ADC4342EF736}"/>
          </ac:picMkLst>
        </pc:picChg>
      </pc:sldChg>
    </pc:docChg>
  </pc:docChgLst>
  <pc:docChgLst>
    <pc:chgData name="Gary Yu" userId="ff89ab59bb266fda" providerId="LiveId" clId="{D6D08EAD-FF1A-43AE-B251-67B60A84CA0E}"/>
    <pc:docChg chg="undo custSel addSld delSld modSld">
      <pc:chgData name="Gary Yu" userId="ff89ab59bb266fda" providerId="LiveId" clId="{D6D08EAD-FF1A-43AE-B251-67B60A84CA0E}" dt="2026-01-30T06:06:47.627" v="2059" actId="255"/>
      <pc:docMkLst>
        <pc:docMk/>
      </pc:docMkLst>
      <pc:sldChg chg="modSp mod">
        <pc:chgData name="Gary Yu" userId="ff89ab59bb266fda" providerId="LiveId" clId="{D6D08EAD-FF1A-43AE-B251-67B60A84CA0E}" dt="2026-01-30T04:37:13.735" v="49" actId="27636"/>
        <pc:sldMkLst>
          <pc:docMk/>
          <pc:sldMk cId="3201768183" sldId="257"/>
        </pc:sldMkLst>
        <pc:spChg chg="mod">
          <ac:chgData name="Gary Yu" userId="ff89ab59bb266fda" providerId="LiveId" clId="{D6D08EAD-FF1A-43AE-B251-67B60A84CA0E}" dt="2026-01-30T04:37:13.735" v="49" actId="27636"/>
          <ac:spMkLst>
            <pc:docMk/>
            <pc:sldMk cId="3201768183" sldId="257"/>
            <ac:spMk id="3" creationId="{8A42874C-A430-7F19-A4FD-F1EB537942C6}"/>
          </ac:spMkLst>
        </pc:spChg>
      </pc:sldChg>
      <pc:sldChg chg="modSp mod">
        <pc:chgData name="Gary Yu" userId="ff89ab59bb266fda" providerId="LiveId" clId="{D6D08EAD-FF1A-43AE-B251-67B60A84CA0E}" dt="2026-01-30T06:06:47.627" v="2059" actId="255"/>
        <pc:sldMkLst>
          <pc:docMk/>
          <pc:sldMk cId="2414418400" sldId="258"/>
        </pc:sldMkLst>
        <pc:spChg chg="mod">
          <ac:chgData name="Gary Yu" userId="ff89ab59bb266fda" providerId="LiveId" clId="{D6D08EAD-FF1A-43AE-B251-67B60A84CA0E}" dt="2026-01-30T06:06:47.627" v="2059" actId="255"/>
          <ac:spMkLst>
            <pc:docMk/>
            <pc:sldMk cId="2414418400" sldId="258"/>
            <ac:spMk id="2" creationId="{7BD8B736-59DD-613D-E6FB-3F3D955479A2}"/>
          </ac:spMkLst>
        </pc:spChg>
      </pc:sldChg>
      <pc:sldChg chg="modSp mod">
        <pc:chgData name="Gary Yu" userId="ff89ab59bb266fda" providerId="LiveId" clId="{D6D08EAD-FF1A-43AE-B251-67B60A84CA0E}" dt="2026-01-30T06:00:04.442" v="2012" actId="20577"/>
        <pc:sldMkLst>
          <pc:docMk/>
          <pc:sldMk cId="2060316005" sldId="259"/>
        </pc:sldMkLst>
        <pc:graphicFrameChg chg="modGraphic">
          <ac:chgData name="Gary Yu" userId="ff89ab59bb266fda" providerId="LiveId" clId="{D6D08EAD-FF1A-43AE-B251-67B60A84CA0E}" dt="2026-01-30T06:00:04.442" v="2012" actId="20577"/>
          <ac:graphicFrameMkLst>
            <pc:docMk/>
            <pc:sldMk cId="2060316005" sldId="259"/>
            <ac:graphicFrameMk id="5" creationId="{A193C17F-A495-E313-FDFC-04F984951AB1}"/>
          </ac:graphicFrameMkLst>
        </pc:graphicFrameChg>
      </pc:sldChg>
      <pc:sldChg chg="addSp modSp mod">
        <pc:chgData name="Gary Yu" userId="ff89ab59bb266fda" providerId="LiveId" clId="{D6D08EAD-FF1A-43AE-B251-67B60A84CA0E}" dt="2026-01-30T06:02:45.417" v="2036" actId="255"/>
        <pc:sldMkLst>
          <pc:docMk/>
          <pc:sldMk cId="2112254381" sldId="260"/>
        </pc:sldMkLst>
        <pc:spChg chg="mod">
          <ac:chgData name="Gary Yu" userId="ff89ab59bb266fda" providerId="LiveId" clId="{D6D08EAD-FF1A-43AE-B251-67B60A84CA0E}" dt="2026-01-30T06:02:45.417" v="2036" actId="255"/>
          <ac:spMkLst>
            <pc:docMk/>
            <pc:sldMk cId="2112254381" sldId="260"/>
            <ac:spMk id="2" creationId="{5D0E8A62-93AB-2F79-3FC6-E2807613CC7A}"/>
          </ac:spMkLst>
        </pc:spChg>
        <pc:spChg chg="mod">
          <ac:chgData name="Gary Yu" userId="ff89ab59bb266fda" providerId="LiveId" clId="{D6D08EAD-FF1A-43AE-B251-67B60A84CA0E}" dt="2026-01-30T06:00:22.807" v="2015" actId="20577"/>
          <ac:spMkLst>
            <pc:docMk/>
            <pc:sldMk cId="2112254381" sldId="260"/>
            <ac:spMk id="3" creationId="{23DC079A-0B91-2654-435C-6C92B7DDED4C}"/>
          </ac:spMkLst>
        </pc:spChg>
      </pc:sldChg>
      <pc:sldChg chg="modSp mod">
        <pc:chgData name="Gary Yu" userId="ff89ab59bb266fda" providerId="LiveId" clId="{D6D08EAD-FF1A-43AE-B251-67B60A84CA0E}" dt="2026-01-30T06:06:35.817" v="2058" actId="255"/>
        <pc:sldMkLst>
          <pc:docMk/>
          <pc:sldMk cId="2392218632" sldId="261"/>
        </pc:sldMkLst>
        <pc:spChg chg="mod">
          <ac:chgData name="Gary Yu" userId="ff89ab59bb266fda" providerId="LiveId" clId="{D6D08EAD-FF1A-43AE-B251-67B60A84CA0E}" dt="2026-01-30T06:06:35.817" v="2058" actId="255"/>
          <ac:spMkLst>
            <pc:docMk/>
            <pc:sldMk cId="2392218632" sldId="261"/>
            <ac:spMk id="2" creationId="{65ED7A05-D620-E615-9E9E-B6A8FC68F4AD}"/>
          </ac:spMkLst>
        </pc:spChg>
        <pc:spChg chg="mod">
          <ac:chgData name="Gary Yu" userId="ff89ab59bb266fda" providerId="LiveId" clId="{D6D08EAD-FF1A-43AE-B251-67B60A84CA0E}" dt="2026-01-30T05:37:46.461" v="1622" actId="313"/>
          <ac:spMkLst>
            <pc:docMk/>
            <pc:sldMk cId="2392218632" sldId="261"/>
            <ac:spMk id="3" creationId="{F8AADE51-3F90-928E-E915-A9C3C1E37A82}"/>
          </ac:spMkLst>
        </pc:spChg>
      </pc:sldChg>
      <pc:sldChg chg="addSp modSp mod">
        <pc:chgData name="Gary Yu" userId="ff89ab59bb266fda" providerId="LiveId" clId="{D6D08EAD-FF1A-43AE-B251-67B60A84CA0E}" dt="2026-01-30T06:02:14.334" v="2031" actId="255"/>
        <pc:sldMkLst>
          <pc:docMk/>
          <pc:sldMk cId="1903691026" sldId="262"/>
        </pc:sldMkLst>
        <pc:spChg chg="mod">
          <ac:chgData name="Gary Yu" userId="ff89ab59bb266fda" providerId="LiveId" clId="{D6D08EAD-FF1A-43AE-B251-67B60A84CA0E}" dt="2026-01-30T05:59:38.487" v="2000" actId="255"/>
          <ac:spMkLst>
            <pc:docMk/>
            <pc:sldMk cId="1903691026" sldId="262"/>
            <ac:spMk id="2" creationId="{FB96EF43-60EF-F5E5-26BF-D46F413B71B3}"/>
          </ac:spMkLst>
        </pc:spChg>
        <pc:spChg chg="mod">
          <ac:chgData name="Gary Yu" userId="ff89ab59bb266fda" providerId="LiveId" clId="{D6D08EAD-FF1A-43AE-B251-67B60A84CA0E}" dt="2026-01-30T06:02:14.334" v="2031" actId="255"/>
          <ac:spMkLst>
            <pc:docMk/>
            <pc:sldMk cId="1903691026" sldId="262"/>
            <ac:spMk id="3" creationId="{098C8235-5323-C699-BD56-D5F919593828}"/>
          </ac:spMkLst>
        </pc:spChg>
      </pc:sldChg>
      <pc:sldChg chg="addSp delSp modSp mod">
        <pc:chgData name="Gary Yu" userId="ff89ab59bb266fda" providerId="LiveId" clId="{D6D08EAD-FF1A-43AE-B251-67B60A84CA0E}" dt="2026-01-30T06:06:04.861" v="2055"/>
        <pc:sldMkLst>
          <pc:docMk/>
          <pc:sldMk cId="1928736779" sldId="299"/>
        </pc:sldMkLst>
        <pc:spChg chg="mod">
          <ac:chgData name="Gary Yu" userId="ff89ab59bb266fda" providerId="LiveId" clId="{D6D08EAD-FF1A-43AE-B251-67B60A84CA0E}" dt="2026-01-30T06:01:18.512" v="2018" actId="20577"/>
          <ac:spMkLst>
            <pc:docMk/>
            <pc:sldMk cId="1928736779" sldId="299"/>
            <ac:spMk id="2" creationId="{4620CA81-E2AD-DB92-F77F-7D4530ABDB9C}"/>
          </ac:spMkLst>
        </pc:spChg>
        <pc:spChg chg="add del mod">
          <ac:chgData name="Gary Yu" userId="ff89ab59bb266fda" providerId="LiveId" clId="{D6D08EAD-FF1A-43AE-B251-67B60A84CA0E}" dt="2026-01-30T06:06:04.861" v="2055"/>
          <ac:spMkLst>
            <pc:docMk/>
            <pc:sldMk cId="1928736779" sldId="299"/>
            <ac:spMk id="3" creationId="{6D486C65-8304-5890-C619-183A7159029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1C371C-A717-4364-A0DC-090DE943CBC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DE9DCF-D0F4-4DCE-B28F-44146A7C0DE3}">
      <dgm:prSet/>
      <dgm:spPr/>
      <dgm:t>
        <a:bodyPr/>
        <a:lstStyle/>
        <a:p>
          <a:r>
            <a:rPr lang="en-US" dirty="0"/>
            <a:t>Geographic Information System (GIS) is the use of computers to manage (display, store, analyze, and manipulate) geographic data. (I made this)</a:t>
          </a:r>
        </a:p>
      </dgm:t>
    </dgm:pt>
    <dgm:pt modelId="{EBDA3DD9-2BD3-40E5-8603-83A4CB90A30D}" type="parTrans" cxnId="{CB78D722-6243-4361-ACB3-5A87B921679D}">
      <dgm:prSet/>
      <dgm:spPr/>
      <dgm:t>
        <a:bodyPr/>
        <a:lstStyle/>
        <a:p>
          <a:endParaRPr lang="en-US"/>
        </a:p>
      </dgm:t>
    </dgm:pt>
    <dgm:pt modelId="{076DCB76-1194-4701-B56A-82E61B79B67E}" type="sibTrans" cxnId="{CB78D722-6243-4361-ACB3-5A87B921679D}">
      <dgm:prSet/>
      <dgm:spPr/>
      <dgm:t>
        <a:bodyPr/>
        <a:lstStyle/>
        <a:p>
          <a:endParaRPr lang="en-US"/>
        </a:p>
      </dgm:t>
    </dgm:pt>
    <dgm:pt modelId="{B0B3EE26-5B53-499B-B33D-A6A7C4F2DAB8}">
      <dgm:prSet/>
      <dgm:spPr/>
      <dgm:t>
        <a:bodyPr/>
        <a:lstStyle/>
        <a:p>
          <a:r>
            <a:rPr lang="en-US" dirty="0"/>
            <a:t>Most academics believe first true GIS was made in Ottawa Canada by Roger Tomlinson (Father/Creator of GIS) in 1963, Esri (ArcGIS software company) founded in 1969.</a:t>
          </a:r>
        </a:p>
      </dgm:t>
    </dgm:pt>
    <dgm:pt modelId="{D5D960D7-1D2E-4B37-9CA2-07D3B56B8491}" type="parTrans" cxnId="{4370D44C-B6C5-4146-8F55-FF6F24FE5F8D}">
      <dgm:prSet/>
      <dgm:spPr/>
      <dgm:t>
        <a:bodyPr/>
        <a:lstStyle/>
        <a:p>
          <a:endParaRPr lang="en-US"/>
        </a:p>
      </dgm:t>
    </dgm:pt>
    <dgm:pt modelId="{93AED547-09FA-42D2-8955-34E8F2F31FD4}" type="sibTrans" cxnId="{4370D44C-B6C5-4146-8F55-FF6F24FE5F8D}">
      <dgm:prSet/>
      <dgm:spPr/>
      <dgm:t>
        <a:bodyPr/>
        <a:lstStyle/>
        <a:p>
          <a:endParaRPr lang="en-US"/>
        </a:p>
      </dgm:t>
    </dgm:pt>
    <dgm:pt modelId="{16C1736A-2650-47A7-895D-C193EC674F65}">
      <dgm:prSet/>
      <dgm:spPr/>
      <dgm:t>
        <a:bodyPr/>
        <a:lstStyle/>
        <a:p>
          <a:r>
            <a:rPr lang="en-US" dirty="0"/>
            <a:t>Examples of GIS everyday applications includes Google Earth, Apple Maps, Google Maps, Pokémon Go, and the Covid-19 Infection Map at Penn State during Covid-19</a:t>
          </a:r>
          <a:r>
            <a:rPr lang="en-US" b="0" i="0" dirty="0"/>
            <a:t>.</a:t>
          </a:r>
          <a:endParaRPr lang="en-US" dirty="0"/>
        </a:p>
      </dgm:t>
    </dgm:pt>
    <dgm:pt modelId="{7F75CA96-D80E-4995-B9AC-9DD33DF593DE}" type="parTrans" cxnId="{64E155A4-1A28-436C-AB7D-7A7559BDE628}">
      <dgm:prSet/>
      <dgm:spPr/>
      <dgm:t>
        <a:bodyPr/>
        <a:lstStyle/>
        <a:p>
          <a:endParaRPr lang="en-US"/>
        </a:p>
      </dgm:t>
    </dgm:pt>
    <dgm:pt modelId="{7A8C919B-17B6-4591-A87E-DCF1ED3E52B2}" type="sibTrans" cxnId="{64E155A4-1A28-436C-AB7D-7A7559BDE628}">
      <dgm:prSet/>
      <dgm:spPr/>
      <dgm:t>
        <a:bodyPr/>
        <a:lstStyle/>
        <a:p>
          <a:endParaRPr lang="en-US"/>
        </a:p>
      </dgm:t>
    </dgm:pt>
    <dgm:pt modelId="{5775F13A-113B-4908-9DFE-3B807F5C7F49}" type="pres">
      <dgm:prSet presAssocID="{0D1C371C-A717-4364-A0DC-090DE943CB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B65B4D3-BC31-488A-B5F4-5EC11047662D}" type="pres">
      <dgm:prSet presAssocID="{78DE9DCF-D0F4-4DCE-B28F-44146A7C0DE3}" presName="hierRoot1" presStyleCnt="0"/>
      <dgm:spPr/>
    </dgm:pt>
    <dgm:pt modelId="{9C3DB525-A7D0-40C9-AB3E-44A807885329}" type="pres">
      <dgm:prSet presAssocID="{78DE9DCF-D0F4-4DCE-B28F-44146A7C0DE3}" presName="composite" presStyleCnt="0"/>
      <dgm:spPr/>
    </dgm:pt>
    <dgm:pt modelId="{86CBEAAA-CA1F-4DF6-9D1E-F7EDB738CE67}" type="pres">
      <dgm:prSet presAssocID="{78DE9DCF-D0F4-4DCE-B28F-44146A7C0DE3}" presName="background" presStyleLbl="node0" presStyleIdx="0" presStyleCnt="3"/>
      <dgm:spPr/>
    </dgm:pt>
    <dgm:pt modelId="{3985409A-4860-4AF1-B781-C77E0FEDF8DB}" type="pres">
      <dgm:prSet presAssocID="{78DE9DCF-D0F4-4DCE-B28F-44146A7C0DE3}" presName="text" presStyleLbl="fgAcc0" presStyleIdx="0" presStyleCnt="3">
        <dgm:presLayoutVars>
          <dgm:chPref val="3"/>
        </dgm:presLayoutVars>
      </dgm:prSet>
      <dgm:spPr/>
    </dgm:pt>
    <dgm:pt modelId="{46DEBAB1-2CB7-44AF-AFCE-EE074CCD20D7}" type="pres">
      <dgm:prSet presAssocID="{78DE9DCF-D0F4-4DCE-B28F-44146A7C0DE3}" presName="hierChild2" presStyleCnt="0"/>
      <dgm:spPr/>
    </dgm:pt>
    <dgm:pt modelId="{451911FA-3899-4CBD-AB47-31B8C01EA11E}" type="pres">
      <dgm:prSet presAssocID="{B0B3EE26-5B53-499B-B33D-A6A7C4F2DAB8}" presName="hierRoot1" presStyleCnt="0"/>
      <dgm:spPr/>
    </dgm:pt>
    <dgm:pt modelId="{57E73285-6F89-48D5-80A7-6F2431FB8A07}" type="pres">
      <dgm:prSet presAssocID="{B0B3EE26-5B53-499B-B33D-A6A7C4F2DAB8}" presName="composite" presStyleCnt="0"/>
      <dgm:spPr/>
    </dgm:pt>
    <dgm:pt modelId="{E0E0FB9C-41F2-470D-A0F7-0791E46A11B2}" type="pres">
      <dgm:prSet presAssocID="{B0B3EE26-5B53-499B-B33D-A6A7C4F2DAB8}" presName="background" presStyleLbl="node0" presStyleIdx="1" presStyleCnt="3"/>
      <dgm:spPr/>
    </dgm:pt>
    <dgm:pt modelId="{4CA6B7C5-2BF0-44BA-9709-2B1B52ED2529}" type="pres">
      <dgm:prSet presAssocID="{B0B3EE26-5B53-499B-B33D-A6A7C4F2DAB8}" presName="text" presStyleLbl="fgAcc0" presStyleIdx="1" presStyleCnt="3">
        <dgm:presLayoutVars>
          <dgm:chPref val="3"/>
        </dgm:presLayoutVars>
      </dgm:prSet>
      <dgm:spPr/>
    </dgm:pt>
    <dgm:pt modelId="{AD38C349-BECB-4796-99B4-A9C51B6AF054}" type="pres">
      <dgm:prSet presAssocID="{B0B3EE26-5B53-499B-B33D-A6A7C4F2DAB8}" presName="hierChild2" presStyleCnt="0"/>
      <dgm:spPr/>
    </dgm:pt>
    <dgm:pt modelId="{2319C482-9B18-45AA-B77E-905A9DF12E40}" type="pres">
      <dgm:prSet presAssocID="{16C1736A-2650-47A7-895D-C193EC674F65}" presName="hierRoot1" presStyleCnt="0"/>
      <dgm:spPr/>
    </dgm:pt>
    <dgm:pt modelId="{8536AAE0-5840-4779-AAD8-74D4C2E3C5B0}" type="pres">
      <dgm:prSet presAssocID="{16C1736A-2650-47A7-895D-C193EC674F65}" presName="composite" presStyleCnt="0"/>
      <dgm:spPr/>
    </dgm:pt>
    <dgm:pt modelId="{E26C7851-CF24-4141-9EF4-4FFAC3F4A249}" type="pres">
      <dgm:prSet presAssocID="{16C1736A-2650-47A7-895D-C193EC674F65}" presName="background" presStyleLbl="node0" presStyleIdx="2" presStyleCnt="3"/>
      <dgm:spPr/>
    </dgm:pt>
    <dgm:pt modelId="{9C6D8EEE-3C2B-49DC-91F0-566F2CD64D6F}" type="pres">
      <dgm:prSet presAssocID="{16C1736A-2650-47A7-895D-C193EC674F65}" presName="text" presStyleLbl="fgAcc0" presStyleIdx="2" presStyleCnt="3">
        <dgm:presLayoutVars>
          <dgm:chPref val="3"/>
        </dgm:presLayoutVars>
      </dgm:prSet>
      <dgm:spPr/>
    </dgm:pt>
    <dgm:pt modelId="{322A019F-E8BC-4C8E-8638-208034BB4FF5}" type="pres">
      <dgm:prSet presAssocID="{16C1736A-2650-47A7-895D-C193EC674F65}" presName="hierChild2" presStyleCnt="0"/>
      <dgm:spPr/>
    </dgm:pt>
  </dgm:ptLst>
  <dgm:cxnLst>
    <dgm:cxn modelId="{CB78D722-6243-4361-ACB3-5A87B921679D}" srcId="{0D1C371C-A717-4364-A0DC-090DE943CBC8}" destId="{78DE9DCF-D0F4-4DCE-B28F-44146A7C0DE3}" srcOrd="0" destOrd="0" parTransId="{EBDA3DD9-2BD3-40E5-8603-83A4CB90A30D}" sibTransId="{076DCB76-1194-4701-B56A-82E61B79B67E}"/>
    <dgm:cxn modelId="{0848962C-90FC-40EE-AF51-351F8F50F720}" type="presOf" srcId="{B0B3EE26-5B53-499B-B33D-A6A7C4F2DAB8}" destId="{4CA6B7C5-2BF0-44BA-9709-2B1B52ED2529}" srcOrd="0" destOrd="0" presId="urn:microsoft.com/office/officeart/2005/8/layout/hierarchy1"/>
    <dgm:cxn modelId="{4370D44C-B6C5-4146-8F55-FF6F24FE5F8D}" srcId="{0D1C371C-A717-4364-A0DC-090DE943CBC8}" destId="{B0B3EE26-5B53-499B-B33D-A6A7C4F2DAB8}" srcOrd="1" destOrd="0" parTransId="{D5D960D7-1D2E-4B37-9CA2-07D3B56B8491}" sibTransId="{93AED547-09FA-42D2-8955-34E8F2F31FD4}"/>
    <dgm:cxn modelId="{FADAD885-B18C-43A9-8906-150D5964062A}" type="presOf" srcId="{0D1C371C-A717-4364-A0DC-090DE943CBC8}" destId="{5775F13A-113B-4908-9DFE-3B807F5C7F49}" srcOrd="0" destOrd="0" presId="urn:microsoft.com/office/officeart/2005/8/layout/hierarchy1"/>
    <dgm:cxn modelId="{85CE77A1-9A2D-4BC1-86E8-1339575CE1FE}" type="presOf" srcId="{78DE9DCF-D0F4-4DCE-B28F-44146A7C0DE3}" destId="{3985409A-4860-4AF1-B781-C77E0FEDF8DB}" srcOrd="0" destOrd="0" presId="urn:microsoft.com/office/officeart/2005/8/layout/hierarchy1"/>
    <dgm:cxn modelId="{64E155A4-1A28-436C-AB7D-7A7559BDE628}" srcId="{0D1C371C-A717-4364-A0DC-090DE943CBC8}" destId="{16C1736A-2650-47A7-895D-C193EC674F65}" srcOrd="2" destOrd="0" parTransId="{7F75CA96-D80E-4995-B9AC-9DD33DF593DE}" sibTransId="{7A8C919B-17B6-4591-A87E-DCF1ED3E52B2}"/>
    <dgm:cxn modelId="{0DDDDFCF-F5AD-46EE-B3BC-EB0BAB5502AB}" type="presOf" srcId="{16C1736A-2650-47A7-895D-C193EC674F65}" destId="{9C6D8EEE-3C2B-49DC-91F0-566F2CD64D6F}" srcOrd="0" destOrd="0" presId="urn:microsoft.com/office/officeart/2005/8/layout/hierarchy1"/>
    <dgm:cxn modelId="{57756C94-4774-40F6-B488-DABCC2EF42AF}" type="presParOf" srcId="{5775F13A-113B-4908-9DFE-3B807F5C7F49}" destId="{8B65B4D3-BC31-488A-B5F4-5EC11047662D}" srcOrd="0" destOrd="0" presId="urn:microsoft.com/office/officeart/2005/8/layout/hierarchy1"/>
    <dgm:cxn modelId="{06825A43-E048-4F18-AA00-BFE86F7CA9BE}" type="presParOf" srcId="{8B65B4D3-BC31-488A-B5F4-5EC11047662D}" destId="{9C3DB525-A7D0-40C9-AB3E-44A807885329}" srcOrd="0" destOrd="0" presId="urn:microsoft.com/office/officeart/2005/8/layout/hierarchy1"/>
    <dgm:cxn modelId="{7D632994-03C9-4DAB-B890-2BFB20A4765C}" type="presParOf" srcId="{9C3DB525-A7D0-40C9-AB3E-44A807885329}" destId="{86CBEAAA-CA1F-4DF6-9D1E-F7EDB738CE67}" srcOrd="0" destOrd="0" presId="urn:microsoft.com/office/officeart/2005/8/layout/hierarchy1"/>
    <dgm:cxn modelId="{519647AE-FAAE-43F1-A760-93E075218622}" type="presParOf" srcId="{9C3DB525-A7D0-40C9-AB3E-44A807885329}" destId="{3985409A-4860-4AF1-B781-C77E0FEDF8DB}" srcOrd="1" destOrd="0" presId="urn:microsoft.com/office/officeart/2005/8/layout/hierarchy1"/>
    <dgm:cxn modelId="{CD7FC0EC-9D9B-465C-9AAE-0EEF825B9D8B}" type="presParOf" srcId="{8B65B4D3-BC31-488A-B5F4-5EC11047662D}" destId="{46DEBAB1-2CB7-44AF-AFCE-EE074CCD20D7}" srcOrd="1" destOrd="0" presId="urn:microsoft.com/office/officeart/2005/8/layout/hierarchy1"/>
    <dgm:cxn modelId="{1DBA33F4-CD5D-491D-A349-779C23F36F36}" type="presParOf" srcId="{5775F13A-113B-4908-9DFE-3B807F5C7F49}" destId="{451911FA-3899-4CBD-AB47-31B8C01EA11E}" srcOrd="1" destOrd="0" presId="urn:microsoft.com/office/officeart/2005/8/layout/hierarchy1"/>
    <dgm:cxn modelId="{737101C9-CC54-409A-AF4E-CFE283D62125}" type="presParOf" srcId="{451911FA-3899-4CBD-AB47-31B8C01EA11E}" destId="{57E73285-6F89-48D5-80A7-6F2431FB8A07}" srcOrd="0" destOrd="0" presId="urn:microsoft.com/office/officeart/2005/8/layout/hierarchy1"/>
    <dgm:cxn modelId="{280F4971-1C7D-4880-BB40-DAF7A8045231}" type="presParOf" srcId="{57E73285-6F89-48D5-80A7-6F2431FB8A07}" destId="{E0E0FB9C-41F2-470D-A0F7-0791E46A11B2}" srcOrd="0" destOrd="0" presId="urn:microsoft.com/office/officeart/2005/8/layout/hierarchy1"/>
    <dgm:cxn modelId="{F2653248-718C-4BED-A68A-FA68B88905E1}" type="presParOf" srcId="{57E73285-6F89-48D5-80A7-6F2431FB8A07}" destId="{4CA6B7C5-2BF0-44BA-9709-2B1B52ED2529}" srcOrd="1" destOrd="0" presId="urn:microsoft.com/office/officeart/2005/8/layout/hierarchy1"/>
    <dgm:cxn modelId="{9ABD24D6-F92D-4104-BC41-33219FB3ED5A}" type="presParOf" srcId="{451911FA-3899-4CBD-AB47-31B8C01EA11E}" destId="{AD38C349-BECB-4796-99B4-A9C51B6AF054}" srcOrd="1" destOrd="0" presId="urn:microsoft.com/office/officeart/2005/8/layout/hierarchy1"/>
    <dgm:cxn modelId="{EF0C070E-1F4A-4977-9DD1-5533CCD4826F}" type="presParOf" srcId="{5775F13A-113B-4908-9DFE-3B807F5C7F49}" destId="{2319C482-9B18-45AA-B77E-905A9DF12E40}" srcOrd="2" destOrd="0" presId="urn:microsoft.com/office/officeart/2005/8/layout/hierarchy1"/>
    <dgm:cxn modelId="{B0B092AC-546F-4A79-8696-43E731A4FF40}" type="presParOf" srcId="{2319C482-9B18-45AA-B77E-905A9DF12E40}" destId="{8536AAE0-5840-4779-AAD8-74D4C2E3C5B0}" srcOrd="0" destOrd="0" presId="urn:microsoft.com/office/officeart/2005/8/layout/hierarchy1"/>
    <dgm:cxn modelId="{F9584BAF-306F-4D30-9F5D-D3793140A1EB}" type="presParOf" srcId="{8536AAE0-5840-4779-AAD8-74D4C2E3C5B0}" destId="{E26C7851-CF24-4141-9EF4-4FFAC3F4A249}" srcOrd="0" destOrd="0" presId="urn:microsoft.com/office/officeart/2005/8/layout/hierarchy1"/>
    <dgm:cxn modelId="{EF6C88E4-5832-45AE-8EB5-DA1DC4CE83C0}" type="presParOf" srcId="{8536AAE0-5840-4779-AAD8-74D4C2E3C5B0}" destId="{9C6D8EEE-3C2B-49DC-91F0-566F2CD64D6F}" srcOrd="1" destOrd="0" presId="urn:microsoft.com/office/officeart/2005/8/layout/hierarchy1"/>
    <dgm:cxn modelId="{EFD748DB-5B14-46C8-84F1-6EBB035A14AA}" type="presParOf" srcId="{2319C482-9B18-45AA-B77E-905A9DF12E40}" destId="{322A019F-E8BC-4C8E-8638-208034BB4F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CBEAAA-CA1F-4DF6-9D1E-F7EDB738CE67}">
      <dsp:nvSpPr>
        <dsp:cNvPr id="0" name=""/>
        <dsp:cNvSpPr/>
      </dsp:nvSpPr>
      <dsp:spPr>
        <a:xfrm>
          <a:off x="0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5409A-4860-4AF1-B781-C77E0FEDF8DB}">
      <dsp:nvSpPr>
        <dsp:cNvPr id="0" name=""/>
        <dsp:cNvSpPr/>
      </dsp:nvSpPr>
      <dsp:spPr>
        <a:xfrm>
          <a:off x="31432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Geographic Information System (GIS) is the use of computers to manage (display, store, analyze, and manipulate) geographic data. (I made this)</a:t>
          </a:r>
        </a:p>
      </dsp:txBody>
      <dsp:txXfrm>
        <a:off x="366939" y="1196774"/>
        <a:ext cx="2723696" cy="1691139"/>
      </dsp:txXfrm>
    </dsp:sp>
    <dsp:sp modelId="{E0E0FB9C-41F2-470D-A0F7-0791E46A11B2}">
      <dsp:nvSpPr>
        <dsp:cNvPr id="0" name=""/>
        <dsp:cNvSpPr/>
      </dsp:nvSpPr>
      <dsp:spPr>
        <a:xfrm>
          <a:off x="3457574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6B7C5-2BF0-44BA-9709-2B1B52ED2529}">
      <dsp:nvSpPr>
        <dsp:cNvPr id="0" name=""/>
        <dsp:cNvSpPr/>
      </dsp:nvSpPr>
      <dsp:spPr>
        <a:xfrm>
          <a:off x="3771899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Most academics believe first true GIS was made in Ottawa Canada by Roger Tomlinson (Father/Creator of GIS) in 1963, Esri (ArcGIS software company) founded in 1969.</a:t>
          </a:r>
        </a:p>
      </dsp:txBody>
      <dsp:txXfrm>
        <a:off x="3824513" y="1196774"/>
        <a:ext cx="2723696" cy="1691139"/>
      </dsp:txXfrm>
    </dsp:sp>
    <dsp:sp modelId="{E26C7851-CF24-4141-9EF4-4FFAC3F4A249}">
      <dsp:nvSpPr>
        <dsp:cNvPr id="0" name=""/>
        <dsp:cNvSpPr/>
      </dsp:nvSpPr>
      <dsp:spPr>
        <a:xfrm>
          <a:off x="6915149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D8EEE-3C2B-49DC-91F0-566F2CD64D6F}">
      <dsp:nvSpPr>
        <dsp:cNvPr id="0" name=""/>
        <dsp:cNvSpPr/>
      </dsp:nvSpPr>
      <dsp:spPr>
        <a:xfrm>
          <a:off x="722947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Examples of GIS everyday applications includes Google Earth, Apple Maps, Google Maps, Pokémon Go, and the Covid-19 Infection Map at Penn State during Covid-19</a:t>
          </a:r>
          <a:r>
            <a:rPr lang="en-US" sz="1700" b="0" i="0" kern="1200" dirty="0"/>
            <a:t>.</a:t>
          </a:r>
          <a:endParaRPr lang="en-US" sz="1700" kern="1200" dirty="0"/>
        </a:p>
      </dsp:txBody>
      <dsp:txXfrm>
        <a:off x="7282089" y="1196774"/>
        <a:ext cx="2723696" cy="169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EA41E-74ED-4DFD-B620-154A86A53C3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34CDC-9423-4142-8F33-C77254882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08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C34CDC-9423-4142-8F33-C772548823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83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60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6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12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1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53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88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1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07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1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1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A617057-1250-42A3-857C-397EC12D16C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95C177B-8D39-44E4-B20D-4E4AF0855E4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95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mahc.2008.33" TargetMode="External"/><Relationship Id="rId2" Type="http://schemas.openxmlformats.org/officeDocument/2006/relationships/hyperlink" Target="http://www.esri.com/en-us/what-is-gis/history-of-gis.%20Accessed%2030%20Jan.%20202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ython.org/doc/essays/blur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9471-B0FF-194B-7ADA-866C5B8C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QR Code For the Slide and Website Link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7F824-2B8A-9E61-39F6-BF7BB7584C3B}"/>
              </a:ext>
            </a:extLst>
          </p:cNvPr>
          <p:cNvSpPr txBox="1"/>
          <p:nvPr/>
        </p:nvSpPr>
        <p:spPr>
          <a:xfrm>
            <a:off x="589935" y="1898926"/>
            <a:ext cx="11946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https://github.com/Yu2413/Python-Powerhouse-Diverse-Applications-and-Solutions/tree/main/QGIS%20PowerPoint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1731E8-BFB3-5A94-2D6B-3F67FB324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755" y="2429824"/>
            <a:ext cx="3029257" cy="302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58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F9F1-E68F-935A-D387-2A7DC10BB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/>
              <a:t>GIS and Software Programming (With a focus on Python, and JavaScript)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07259-D76B-9281-4274-BC223D0FE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By Gary Yu (Master’s in Geographic Information Systems </a:t>
            </a:r>
            <a:r>
              <a:rPr lang="en-US"/>
              <a:t>Technology Student at </a:t>
            </a:r>
            <a:r>
              <a:rPr lang="en-US" dirty="0"/>
              <a:t>OSU)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622C8272-3495-E4C7-BB3D-455758D9C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7223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F7E42D-8B5A-4FC8-81CD-9E60171F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F4D8F-994B-D9BB-0FCB-2DCEC837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874C-A430-7F19-A4FD-F1EB53794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GIS Overview (1 slide)</a:t>
            </a:r>
          </a:p>
          <a:p>
            <a:r>
              <a:rPr lang="en-US" sz="1200" dirty="0">
                <a:solidFill>
                  <a:srgbClr val="FFFFFF"/>
                </a:solidFill>
              </a:rPr>
              <a:t>Programming Overview (1 slide)</a:t>
            </a:r>
          </a:p>
          <a:p>
            <a:r>
              <a:rPr lang="en-US" sz="1200" dirty="0">
                <a:solidFill>
                  <a:srgbClr val="FFFFFF"/>
                </a:solidFill>
              </a:rPr>
              <a:t>GIS History (1 slide)</a:t>
            </a:r>
          </a:p>
          <a:p>
            <a:r>
              <a:rPr lang="en-US" sz="1200" dirty="0">
                <a:solidFill>
                  <a:srgbClr val="FFFFFF"/>
                </a:solidFill>
              </a:rPr>
              <a:t>History of Programming (Python, and JS) (1 slide)</a:t>
            </a:r>
          </a:p>
          <a:p>
            <a:r>
              <a:rPr lang="en-US" sz="1200" dirty="0">
                <a:solidFill>
                  <a:srgbClr val="FFFFFF"/>
                </a:solidFill>
              </a:rPr>
              <a:t>A Cluster of GIS Software (1 slide)</a:t>
            </a:r>
          </a:p>
          <a:p>
            <a:r>
              <a:rPr lang="en-US" sz="1200" dirty="0">
                <a:solidFill>
                  <a:srgbClr val="FFFFFF"/>
                </a:solidFill>
              </a:rPr>
              <a:t>A Tale of Two Programming Languages (Python and JavaScript) (1 slide)</a:t>
            </a:r>
          </a:p>
          <a:p>
            <a:r>
              <a:rPr lang="en-US" sz="1200" dirty="0">
                <a:solidFill>
                  <a:srgbClr val="FFFFFF"/>
                </a:solidFill>
              </a:rPr>
              <a:t>How to integrate GIS Software in Python (3 Slides)</a:t>
            </a:r>
          </a:p>
          <a:p>
            <a:r>
              <a:rPr lang="en-US" sz="1200" dirty="0">
                <a:solidFill>
                  <a:srgbClr val="FFFFFF"/>
                </a:solidFill>
              </a:rPr>
              <a:t>How to integrate GIS Software in </a:t>
            </a:r>
            <a:r>
              <a:rPr lang="en-US" sz="1200">
                <a:solidFill>
                  <a:srgbClr val="FFFFFF"/>
                </a:solidFill>
              </a:rPr>
              <a:t>JS (4 </a:t>
            </a:r>
            <a:r>
              <a:rPr lang="en-US" sz="1200" dirty="0">
                <a:solidFill>
                  <a:srgbClr val="FFFFFF"/>
                </a:solidFill>
              </a:rPr>
              <a:t>Slides)</a:t>
            </a:r>
          </a:p>
        </p:txBody>
      </p:sp>
      <p:pic>
        <p:nvPicPr>
          <p:cNvPr id="18" name="Picture 17" descr="Programming data on computer monitor">
            <a:extLst>
              <a:ext uri="{FF2B5EF4-FFF2-40B4-BE49-F238E27FC236}">
                <a16:creationId xmlns:a16="http://schemas.microsoft.com/office/drawing/2014/main" id="{2C9BB103-8FF6-5AC7-B6AB-328C4702C0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26" r="10525" b="-1"/>
          <a:stretch>
            <a:fillRect/>
          </a:stretch>
        </p:blipFill>
        <p:spPr>
          <a:xfrm>
            <a:off x="4075043" y="10"/>
            <a:ext cx="811127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C04651D-B9F4-4935-A02D-364153FBD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6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F720-7B54-1E0E-B873-4D779F6E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GIS Qualitative/Non-Technical Information TLDR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93C17F-A495-E313-FDFC-04F984951A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4471553"/>
              </p:ext>
            </p:extLst>
          </p:nvPr>
        </p:nvGraphicFramePr>
        <p:xfrm>
          <a:off x="1066800" y="2088683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0316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8B736-59DD-613D-E6FB-3F3D95547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 fontScale="90000"/>
          </a:bodyPr>
          <a:lstStyle/>
          <a:p>
            <a:r>
              <a:rPr lang="en-US" dirty="0"/>
              <a:t>Technical Overview: TLDR of this entire Presentation </a:t>
            </a:r>
            <a:r>
              <a:rPr lang="en-US" sz="1300" dirty="0"/>
              <a:t>(Google Gemini)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79ED7A2E-8F8E-1F8C-7AC7-A5DE8DE786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3" r="47277" b="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3C91D-2025-A246-6804-FA2F0D55A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3"/>
            <a:ext cx="6368142" cy="4135401"/>
          </a:xfrm>
        </p:spPr>
        <p:txBody>
          <a:bodyPr>
            <a:noAutofit/>
          </a:bodyPr>
          <a:lstStyle/>
          <a:p>
            <a:r>
              <a:rPr lang="en-US" sz="1600" dirty="0"/>
              <a:t>You can enable Python(Py), and JavaScript(JS) to interact with geographic data, and GIS software with a wide variety of integration software with python, and JavaScript in the form of</a:t>
            </a:r>
          </a:p>
          <a:p>
            <a:r>
              <a:rPr lang="en-US" sz="1600" dirty="0"/>
              <a:t>Python: </a:t>
            </a:r>
            <a:r>
              <a:rPr lang="en-US" sz="1600" b="1" dirty="0"/>
              <a:t>ArcPy</a:t>
            </a:r>
            <a:r>
              <a:rPr lang="en-US" sz="1600" dirty="0"/>
              <a:t>, </a:t>
            </a:r>
            <a:r>
              <a:rPr lang="en-US" sz="1600" b="1" dirty="0"/>
              <a:t>ArcGIS API for Python</a:t>
            </a:r>
            <a:r>
              <a:rPr lang="en-US" sz="1600" dirty="0"/>
              <a:t>, Google Earth Engine (EE API), Plotly/GeoPlot, Folium, Rtree, </a:t>
            </a:r>
            <a:r>
              <a:rPr lang="en-US" sz="1600" dirty="0" err="1"/>
              <a:t>Xarray</a:t>
            </a:r>
            <a:r>
              <a:rPr lang="en-US" sz="1600" dirty="0"/>
              <a:t>/</a:t>
            </a:r>
            <a:r>
              <a:rPr lang="en-US" sz="1600" dirty="0" err="1"/>
              <a:t>RioXarray</a:t>
            </a:r>
            <a:r>
              <a:rPr lang="en-US" sz="1600" dirty="0"/>
              <a:t>, </a:t>
            </a:r>
            <a:r>
              <a:rPr lang="en-US" sz="1600" dirty="0" err="1"/>
              <a:t>OSMnx</a:t>
            </a:r>
            <a:r>
              <a:rPr lang="en-US" sz="1600" dirty="0"/>
              <a:t>, </a:t>
            </a:r>
            <a:r>
              <a:rPr lang="en-US" sz="1600" dirty="0" err="1"/>
              <a:t>PySAL</a:t>
            </a:r>
            <a:r>
              <a:rPr lang="en-US" sz="1600" dirty="0"/>
              <a:t>, </a:t>
            </a:r>
            <a:r>
              <a:rPr lang="en-US" sz="1600" dirty="0" err="1"/>
              <a:t>PyProj</a:t>
            </a:r>
            <a:r>
              <a:rPr lang="en-US" sz="1600" dirty="0"/>
              <a:t>, </a:t>
            </a:r>
            <a:r>
              <a:rPr lang="en-US" sz="1600" dirty="0" err="1"/>
              <a:t>GeoPandas</a:t>
            </a:r>
            <a:r>
              <a:rPr lang="en-US" sz="1600" dirty="0"/>
              <a:t>, Shapely, Fiona, </a:t>
            </a:r>
            <a:r>
              <a:rPr lang="en-US" sz="1600" dirty="0" err="1"/>
              <a:t>Rasterio</a:t>
            </a:r>
            <a:r>
              <a:rPr lang="en-US" sz="1600" dirty="0"/>
              <a:t>, GDAL/OGR, </a:t>
            </a:r>
            <a:r>
              <a:rPr lang="en-US" sz="1600" b="1" dirty="0" err="1"/>
              <a:t>PyQGIS</a:t>
            </a:r>
            <a:r>
              <a:rPr lang="en-US" sz="1600" dirty="0"/>
              <a:t>, and others</a:t>
            </a:r>
          </a:p>
          <a:p>
            <a:pPr lvl="1"/>
            <a:r>
              <a:rPr lang="en-US" sz="1600" dirty="0"/>
              <a:t>There are three types: Commercial/Enterprise (ArcGIS related), Specialized &amp; Visualization (Folium, </a:t>
            </a:r>
            <a:r>
              <a:rPr lang="en-US" sz="1600" dirty="0" err="1"/>
              <a:t>Leafmap</a:t>
            </a:r>
            <a:r>
              <a:rPr lang="en-US" sz="1600" dirty="0"/>
              <a:t>, </a:t>
            </a:r>
            <a:r>
              <a:rPr lang="en-US" sz="1600" dirty="0" err="1"/>
              <a:t>Contextily</a:t>
            </a:r>
            <a:r>
              <a:rPr lang="en-US" sz="1600" dirty="0"/>
              <a:t>, </a:t>
            </a:r>
            <a:r>
              <a:rPr lang="en-US" sz="1600" dirty="0" err="1"/>
              <a:t>OSMnx</a:t>
            </a:r>
            <a:r>
              <a:rPr lang="en-US" sz="1600" dirty="0"/>
              <a:t>, and </a:t>
            </a:r>
            <a:r>
              <a:rPr lang="en-US" sz="1600" dirty="0" err="1"/>
              <a:t>Cartopy</a:t>
            </a:r>
            <a:r>
              <a:rPr lang="en-US" sz="1600" dirty="0"/>
              <a:t>), and Open-Source (</a:t>
            </a:r>
            <a:r>
              <a:rPr lang="en-US" sz="1600" dirty="0" err="1"/>
              <a:t>GeoPandas</a:t>
            </a:r>
            <a:r>
              <a:rPr lang="en-US" sz="1600" dirty="0"/>
              <a:t>, Shapely, </a:t>
            </a:r>
            <a:r>
              <a:rPr lang="en-US" sz="1600" dirty="0" err="1"/>
              <a:t>Rasterio</a:t>
            </a:r>
            <a:r>
              <a:rPr lang="en-US" sz="1600" dirty="0"/>
              <a:t>, Fiona, GDAL/OGR, and </a:t>
            </a:r>
            <a:r>
              <a:rPr lang="en-US" sz="1600" dirty="0" err="1"/>
              <a:t>Pyproj</a:t>
            </a:r>
            <a:r>
              <a:rPr lang="en-US" sz="1600" dirty="0"/>
              <a:t>)</a:t>
            </a:r>
          </a:p>
          <a:p>
            <a:r>
              <a:rPr lang="en-US" sz="1600" dirty="0"/>
              <a:t>JavaScript: </a:t>
            </a:r>
            <a:r>
              <a:rPr lang="en-US" sz="1600" b="1" dirty="0"/>
              <a:t>ArcGIS Maps SDK for JavaScript</a:t>
            </a:r>
            <a:r>
              <a:rPr lang="en-US" sz="1600" dirty="0"/>
              <a:t>, Turf.js, Leaflet, </a:t>
            </a:r>
            <a:r>
              <a:rPr lang="en-US" sz="1600" dirty="0" err="1"/>
              <a:t>OpenLayers</a:t>
            </a:r>
            <a:r>
              <a:rPr lang="en-US" sz="1600" dirty="0"/>
              <a:t>, </a:t>
            </a:r>
            <a:r>
              <a:rPr lang="en-US" sz="1600" dirty="0" err="1"/>
              <a:t>Mapbox</a:t>
            </a:r>
            <a:r>
              <a:rPr lang="en-US" sz="1600" dirty="0"/>
              <a:t> GL JS, </a:t>
            </a:r>
            <a:r>
              <a:rPr lang="en-US" sz="1600" dirty="0" err="1"/>
              <a:t>MapLibre</a:t>
            </a:r>
            <a:r>
              <a:rPr lang="en-US" sz="1600" dirty="0"/>
              <a:t> GL JS, deck.gl, </a:t>
            </a:r>
            <a:r>
              <a:rPr lang="en-US" sz="1600" dirty="0" err="1"/>
              <a:t>CesiumJS</a:t>
            </a:r>
            <a:r>
              <a:rPr lang="en-US" sz="1600" dirty="0"/>
              <a:t>, and others.</a:t>
            </a:r>
          </a:p>
          <a:p>
            <a:pPr lvl="1"/>
            <a:r>
              <a:rPr lang="en-US" sz="1600" dirty="0"/>
              <a:t>Almost of these are Mapping and Visualization Libraries except for the  Geospatial Analysis Package of Turf.js</a:t>
            </a:r>
          </a:p>
          <a:p>
            <a:pPr marL="201168" lvl="1" indent="0">
              <a:buNone/>
            </a:pPr>
            <a:r>
              <a:rPr lang="en-US" sz="1600" dirty="0"/>
              <a:t>GIS Software includes </a:t>
            </a:r>
            <a:r>
              <a:rPr lang="en-US" sz="1600" b="1" dirty="0"/>
              <a:t>ArcGIS Pro</a:t>
            </a:r>
            <a:r>
              <a:rPr lang="en-US" sz="1600" dirty="0"/>
              <a:t>, </a:t>
            </a:r>
            <a:r>
              <a:rPr lang="en-US" sz="1600" b="1" dirty="0"/>
              <a:t>QGIS</a:t>
            </a:r>
            <a:r>
              <a:rPr lang="en-US" sz="1600" dirty="0"/>
              <a:t>, Global Mapper, PostgreSQL/</a:t>
            </a:r>
            <a:r>
              <a:rPr lang="en-US" sz="1600" dirty="0" err="1"/>
              <a:t>PostGIS</a:t>
            </a:r>
            <a:r>
              <a:rPr lang="en-US" sz="1600" dirty="0"/>
              <a:t>, AutoCAD Map 3D, Google Earth Pro. </a:t>
            </a:r>
          </a:p>
        </p:txBody>
      </p:sp>
    </p:spTree>
    <p:extLst>
      <p:ext uri="{BB962C8B-B14F-4D97-AF65-F5344CB8AC3E}">
        <p14:creationId xmlns:p14="http://schemas.microsoft.com/office/powerpoint/2010/main" val="241441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8A62-93AB-2F79-3FC6-E2807613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pPr algn="ctr"/>
            <a:r>
              <a:rPr lang="en-US" dirty="0"/>
              <a:t>The History of GIS</a:t>
            </a:r>
            <a:br>
              <a:rPr lang="en-US" dirty="0"/>
            </a:br>
            <a:r>
              <a:rPr lang="en-US" sz="1200" dirty="0"/>
              <a:t>(ESRI)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C079A-0B91-2654-435C-6C92B7DDE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744" y="1744578"/>
            <a:ext cx="10058400" cy="4725454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100" dirty="0"/>
              <a:t>Pre-GIS: Earliest Maps were stone tablets, and then various materials for maps used for exploring, navigation, planning, and strategy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/>
              <a:t>Earliest Spatial Analysis: John Snow on Cholera cases to single water source (1854)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/>
              <a:t>GIS: 1960s computers with IBM computerizing geography, Geographer Roger Tomlinson creates first GIS/system for inventorying of natural resources, Esri founded in 1969(ArcGIS)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/>
              <a:t>First Landsat Satellite: 1972, First: GPS Satellite: 1978, 1982 GRASS: First open-source GIS by US Army Corp of Engineers, First GPS for cars in 1986: Mazda’s Eunos Cosmo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/>
              <a:t>GIS in 1990s: 1991: GIS goes Mainstream with media, 2004: National Geospatial Agency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/>
              <a:t>GIS in 2000s: 2005: Google Maps, 2006: AWS:, 2007: iPhone, 2009: Data.gov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/>
              <a:t>GIS in 2010s+: ArcGIS Online released (Esri), 2018: AI and GIS (</a:t>
            </a:r>
            <a:r>
              <a:rPr lang="en-US" sz="2100" dirty="0" err="1"/>
              <a:t>GeoAI</a:t>
            </a:r>
            <a:r>
              <a:rPr lang="en-US" sz="2100" dirty="0"/>
              <a:t>), 2020: Covid-19 Maps (John Hopkins University) </a:t>
            </a:r>
            <a:br>
              <a:rPr lang="en-US" sz="2100" dirty="0"/>
            </a:br>
            <a:endParaRPr lang="en-US" sz="2100" dirty="0"/>
          </a:p>
          <a:p>
            <a:pPr marL="457200" indent="-457200">
              <a:buFont typeface="+mj-lt"/>
              <a:buAutoNum type="arabicPeriod"/>
            </a:pPr>
            <a:endParaRPr lang="en-US" sz="2100" dirty="0"/>
          </a:p>
          <a:p>
            <a:pPr marL="457200" indent="-457200">
              <a:buFont typeface="+mj-lt"/>
              <a:buAutoNum type="arabicPeriod"/>
            </a:pPr>
            <a:endParaRPr lang="en-US" sz="2100" dirty="0"/>
          </a:p>
          <a:p>
            <a:pPr marL="457200" indent="-457200">
              <a:buFont typeface="+mj-lt"/>
              <a:buAutoNum type="arabicPeriod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112254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7A05-D620-E615-9E9E-B6A8FC68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/>
              <a:t>The History of Programming/Computing </a:t>
            </a:r>
            <a:br>
              <a:rPr lang="en-US" sz="3600" dirty="0"/>
            </a:br>
            <a:r>
              <a:rPr lang="en-US" sz="1200" dirty="0"/>
              <a:t>(Wirth)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ADE51-3F90-928E-E915-A9C3C1E37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Late 1950s - Large Computers for research institutions, and universities made available mainly in engineering and natural sciences and some businesses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1957 - First widely known language, Fortran by IBM, Algol (1958), Cobol(DOD) (1962)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1965 - Dijkstra writes his famous Notes on Structured Programming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1973 - C from UNIX, | 1975 Micro Computers (Commodore, Tandy, Apple, much later IBM) 1975 Personal Workstation | Ada 1977 – 1982 (DOD), C++ (1985)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1980 - Object-oriented programming (OO): Smalltalk (1980), Object-Pascal (1985), C++ (1985), Oberon (1988), Java (1995) and C# (Microsoft 2000).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1990s – Popularization of Open Source, Python (1991), JavaScript (1995)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“Reiser’s “law”: “Software is getting slower faster than hardware is getting faster”.”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218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6EF43-60EF-F5E5-26BF-D46F413B7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chemeClr val="tx1"/>
                </a:solidFill>
              </a:rPr>
              <a:t>A Cluster of GIS Software </a:t>
            </a:r>
            <a:br>
              <a:rPr lang="en-US" sz="60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(“Geographic Information System Software”)</a:t>
            </a:r>
            <a:endParaRPr lang="en-US" sz="1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C8235-5323-C699-BD56-D5F919593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1940"/>
          </a:xfrm>
        </p:spPr>
        <p:txBody>
          <a:bodyPr>
            <a:noAutofit/>
          </a:bodyPr>
          <a:lstStyle/>
          <a:p>
            <a:r>
              <a:rPr lang="en-US" sz="1600" b="1" u="sng" dirty="0"/>
              <a:t>Open Source: </a:t>
            </a:r>
            <a:br>
              <a:rPr lang="en-US" sz="1600" b="1" dirty="0"/>
            </a:br>
            <a:r>
              <a:rPr lang="en-US" sz="1600" b="1" dirty="0"/>
              <a:t>Desktop GIS: </a:t>
            </a:r>
            <a:r>
              <a:rPr lang="en-US" sz="1600" dirty="0"/>
              <a:t>QGIS, GRASS GIS, </a:t>
            </a:r>
            <a:r>
              <a:rPr lang="en-US" sz="1600" dirty="0" err="1"/>
              <a:t>gvSIG</a:t>
            </a:r>
            <a:r>
              <a:rPr lang="en-US" sz="1600" dirty="0"/>
              <a:t>, ILWIS, JUMP GIS, </a:t>
            </a:r>
            <a:r>
              <a:rPr lang="en-US" sz="1600" dirty="0" err="1"/>
              <a:t>MapWindow</a:t>
            </a:r>
            <a:r>
              <a:rPr lang="en-US" sz="1600" dirty="0"/>
              <a:t> GIS, </a:t>
            </a:r>
            <a:r>
              <a:rPr lang="en-US" sz="1600" dirty="0" err="1"/>
              <a:t>uDig</a:t>
            </a:r>
            <a:r>
              <a:rPr lang="en-US" sz="1600" dirty="0"/>
              <a:t>, SAGA GIS, Generic Mapping Tools, </a:t>
            </a:r>
            <a:r>
              <a:rPr lang="en-US" sz="1600" dirty="0" err="1"/>
              <a:t>FalconView</a:t>
            </a:r>
            <a:r>
              <a:rPr lang="en-US" sz="1600" dirty="0"/>
              <a:t>, Kalypso, </a:t>
            </a:r>
            <a:r>
              <a:rPr lang="en-US" sz="1600" dirty="0" err="1"/>
              <a:t>TerraView</a:t>
            </a:r>
            <a:r>
              <a:rPr lang="en-US" sz="1600" dirty="0"/>
              <a:t>, Whitebox GAT.</a:t>
            </a:r>
            <a:br>
              <a:rPr lang="en-US" sz="1600" dirty="0"/>
            </a:br>
            <a:r>
              <a:rPr lang="en-US" sz="1600" b="1" dirty="0"/>
              <a:t>Web map servers: </a:t>
            </a:r>
            <a:r>
              <a:rPr lang="en-US" sz="1600" dirty="0" err="1"/>
              <a:t>GeoServer</a:t>
            </a:r>
            <a:r>
              <a:rPr lang="en-US" sz="1600" dirty="0"/>
              <a:t>, </a:t>
            </a:r>
            <a:r>
              <a:rPr lang="en-US" sz="1600" dirty="0" err="1"/>
              <a:t>MapGuide</a:t>
            </a:r>
            <a:r>
              <a:rPr lang="en-US" sz="1600" dirty="0"/>
              <a:t> Open Source, </a:t>
            </a:r>
            <a:r>
              <a:rPr lang="en-US" sz="1600" dirty="0" err="1"/>
              <a:t>Mapnik</a:t>
            </a:r>
            <a:r>
              <a:rPr lang="en-US" sz="1600" dirty="0"/>
              <a:t>, </a:t>
            </a:r>
            <a:r>
              <a:rPr lang="en-US" sz="1600" dirty="0" err="1"/>
              <a:t>MapServer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b="1" dirty="0"/>
              <a:t>Spatial database management systems: </a:t>
            </a:r>
            <a:r>
              <a:rPr lang="en-US" sz="1600" dirty="0" err="1"/>
              <a:t>PostGIS</a:t>
            </a:r>
            <a:r>
              <a:rPr lang="en-US" sz="1600" dirty="0"/>
              <a:t>, </a:t>
            </a:r>
            <a:r>
              <a:rPr lang="en-US" sz="1600" dirty="0" err="1"/>
              <a:t>ArangoDB</a:t>
            </a:r>
            <a:r>
              <a:rPr lang="en-US" sz="1600" dirty="0"/>
              <a:t>, </a:t>
            </a:r>
            <a:r>
              <a:rPr lang="en-US" sz="1600" dirty="0" err="1"/>
              <a:t>SpatiaLite</a:t>
            </a:r>
            <a:r>
              <a:rPr lang="en-US" sz="1600" dirty="0"/>
              <a:t>, </a:t>
            </a:r>
            <a:r>
              <a:rPr lang="en-US" sz="1600" dirty="0" err="1"/>
              <a:t>TerraLib</a:t>
            </a:r>
            <a:r>
              <a:rPr lang="en-US" sz="1600" dirty="0"/>
              <a:t>, </a:t>
            </a:r>
            <a:r>
              <a:rPr lang="en-US" sz="1600" dirty="0" err="1"/>
              <a:t>OrientDB</a:t>
            </a:r>
            <a:br>
              <a:rPr lang="en-US" sz="1600" b="1" dirty="0"/>
            </a:br>
            <a:r>
              <a:rPr lang="en-US" sz="1600" b="1" dirty="0"/>
              <a:t>Software development frameworks and libraries (for web applications)</a:t>
            </a:r>
            <a:r>
              <a:rPr lang="en-US" sz="1600" dirty="0"/>
              <a:t>: GeoBase, </a:t>
            </a:r>
            <a:r>
              <a:rPr lang="en-US" sz="1600" dirty="0" err="1"/>
              <a:t>OpenLayers</a:t>
            </a:r>
            <a:r>
              <a:rPr lang="en-US" sz="1600" dirty="0"/>
              <a:t>, </a:t>
            </a:r>
            <a:r>
              <a:rPr lang="en-US" sz="1600" dirty="0" err="1"/>
              <a:t>Leafletjs</a:t>
            </a:r>
            <a:r>
              <a:rPr lang="en-US" sz="1600" dirty="0"/>
              <a:t>, </a:t>
            </a:r>
            <a:r>
              <a:rPr lang="en-US" sz="1600" dirty="0" err="1"/>
              <a:t>xeokit</a:t>
            </a:r>
            <a:br>
              <a:rPr lang="en-US" sz="1600" dirty="0"/>
            </a:br>
            <a:r>
              <a:rPr lang="en-US" sz="1600" b="1" dirty="0"/>
              <a:t>Software development frameworks and libraries (non-web): </a:t>
            </a:r>
            <a:r>
              <a:rPr lang="en-US" sz="1600" dirty="0" err="1"/>
              <a:t>GeoTools</a:t>
            </a:r>
            <a:r>
              <a:rPr lang="en-US" sz="1600" dirty="0"/>
              <a:t>, GDAL, Orfeo toolbox</a:t>
            </a:r>
            <a:br>
              <a:rPr lang="en-US" sz="1600" dirty="0"/>
            </a:br>
            <a:r>
              <a:rPr lang="en-US" sz="1600" b="1" dirty="0"/>
              <a:t>Cataloging application for spatially referenced resources: </a:t>
            </a:r>
            <a:r>
              <a:rPr lang="en-US" sz="1600" dirty="0" err="1"/>
              <a:t>GeoNetwork</a:t>
            </a:r>
            <a:r>
              <a:rPr lang="en-US" sz="1600" dirty="0"/>
              <a:t> opensource: </a:t>
            </a:r>
            <a:r>
              <a:rPr lang="en-US" sz="1600" dirty="0" err="1"/>
              <a:t>pycsw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u="sng" dirty="0"/>
              <a:t>Commercial:</a:t>
            </a:r>
            <a:br>
              <a:rPr lang="en-US" sz="1600" b="1" u="sng" dirty="0"/>
            </a:br>
            <a:r>
              <a:rPr lang="en-US" sz="1600" b="1" dirty="0"/>
              <a:t>High Market Share: </a:t>
            </a:r>
            <a:r>
              <a:rPr lang="en-US" sz="1600" dirty="0"/>
              <a:t>Esri:</a:t>
            </a:r>
            <a:r>
              <a:rPr lang="en-US" sz="1600" b="1" dirty="0"/>
              <a:t> </a:t>
            </a:r>
            <a:r>
              <a:rPr lang="en-US" sz="1600" dirty="0"/>
              <a:t>ArcGIS, ArcMap, </a:t>
            </a:r>
            <a:r>
              <a:rPr lang="en-US" sz="1600" dirty="0" err="1"/>
              <a:t>ArcSDE</a:t>
            </a:r>
            <a:r>
              <a:rPr lang="en-US" sz="1600" dirty="0"/>
              <a:t>, </a:t>
            </a:r>
            <a:r>
              <a:rPr lang="en-US" sz="1600" dirty="0" err="1"/>
              <a:t>ArcIMS</a:t>
            </a:r>
            <a:r>
              <a:rPr lang="en-US" sz="1600" dirty="0"/>
              <a:t>, </a:t>
            </a:r>
            <a:r>
              <a:rPr lang="en-US" sz="1600" dirty="0" err="1"/>
              <a:t>ArcWeb</a:t>
            </a:r>
            <a:r>
              <a:rPr lang="en-US" sz="1600" dirty="0"/>
              <a:t> services, ArcGIS Server | Autodesk: AutoCAD | Bentley: MicroStation | ENVI | Hexagon AB | MapInfo Corporation:  MapInfo Professional | GE: </a:t>
            </a:r>
            <a:r>
              <a:rPr lang="en-US" sz="1600" dirty="0" err="1"/>
              <a:t>Smallworld</a:t>
            </a:r>
            <a:br>
              <a:rPr lang="en-US" sz="1600" b="1" dirty="0"/>
            </a:br>
            <a:r>
              <a:rPr lang="en-US" sz="1600" b="1" dirty="0"/>
              <a:t>Smaller Market Share: </a:t>
            </a:r>
            <a:r>
              <a:rPr lang="en-US" sz="1600" dirty="0" err="1"/>
              <a:t>Cadcorp</a:t>
            </a:r>
            <a:r>
              <a:rPr lang="en-US" sz="1600" dirty="0"/>
              <a:t>, Caliper, Conform, Dragon/</a:t>
            </a:r>
            <a:r>
              <a:rPr lang="en-US" sz="1600" dirty="0" err="1"/>
              <a:t>ips</a:t>
            </a:r>
            <a:r>
              <a:rPr lang="en-US" sz="1600" dirty="0"/>
              <a:t>, Geosoft, </a:t>
            </a:r>
            <a:r>
              <a:rPr lang="en-US" sz="1600" dirty="0" err="1"/>
              <a:t>GeoTime</a:t>
            </a:r>
            <a:r>
              <a:rPr lang="en-US" sz="1600" dirty="0"/>
              <a:t>, Global Mapper, Golden Software</a:t>
            </a:r>
            <a:br>
              <a:rPr lang="en-US" sz="1600" dirty="0"/>
            </a:br>
            <a:r>
              <a:rPr lang="en-US" sz="1600" dirty="0"/>
              <a:t>Kongsberg Gallium Ltd., </a:t>
            </a:r>
            <a:r>
              <a:rPr lang="en-US" sz="1600" dirty="0" err="1"/>
              <a:t>MapDotNet</a:t>
            </a:r>
            <a:r>
              <a:rPr lang="en-US" sz="1600" dirty="0"/>
              <a:t>, Manifold System, GfK, </a:t>
            </a:r>
            <a:r>
              <a:rPr lang="en-US" sz="1600" dirty="0" err="1"/>
              <a:t>Remoteview</a:t>
            </a:r>
            <a:r>
              <a:rPr lang="en-US" sz="1600" dirty="0"/>
              <a:t>, </a:t>
            </a:r>
            <a:r>
              <a:rPr lang="en-US" sz="1600" dirty="0" err="1"/>
              <a:t>SuperMap</a:t>
            </a:r>
            <a:r>
              <a:rPr lang="en-US" sz="1600" dirty="0"/>
              <a:t> Inc., </a:t>
            </a:r>
            <a:r>
              <a:rPr lang="en-US" sz="1600" dirty="0" err="1"/>
              <a:t>TerrSet</a:t>
            </a:r>
            <a:r>
              <a:rPr lang="en-US" sz="1600" dirty="0"/>
              <a:t>, </a:t>
            </a:r>
            <a:r>
              <a:rPr lang="en-US" sz="1600" dirty="0" err="1"/>
              <a:t>TNTmips</a:t>
            </a:r>
            <a:br>
              <a:rPr lang="en-US" sz="1600" dirty="0"/>
            </a:br>
            <a:r>
              <a:rPr lang="en-US" sz="1600" b="1" dirty="0"/>
              <a:t>GIS SaaS: </a:t>
            </a:r>
            <a:r>
              <a:rPr lang="en-US" sz="1600" dirty="0"/>
              <a:t>ArcGIS Online, </a:t>
            </a:r>
            <a:r>
              <a:rPr lang="en-US" sz="1600" dirty="0" err="1"/>
              <a:t>CartoDB</a:t>
            </a:r>
            <a:r>
              <a:rPr lang="en-US" sz="1600" dirty="0"/>
              <a:t>, Google Earth Engine, </a:t>
            </a:r>
            <a:r>
              <a:rPr lang="en-US" sz="1600" dirty="0" err="1"/>
              <a:t>Mapbox</a:t>
            </a:r>
            <a:r>
              <a:rPr lang="en-US" sz="1600" dirty="0"/>
              <a:t>, </a:t>
            </a:r>
            <a:r>
              <a:rPr lang="en-US" sz="1600" dirty="0" err="1"/>
              <a:t>MapTiler</a:t>
            </a:r>
            <a:r>
              <a:rPr lang="en-US" sz="1600" dirty="0"/>
              <a:t>, </a:t>
            </a:r>
            <a:r>
              <a:rPr lang="en-US" sz="1600" dirty="0" err="1"/>
              <a:t>Maptitude</a:t>
            </a:r>
            <a:br>
              <a:rPr lang="en-US" sz="1600" dirty="0"/>
            </a:br>
            <a:r>
              <a:rPr lang="en-US" sz="1600" b="1" dirty="0"/>
              <a:t>GIS PaaS: </a:t>
            </a:r>
            <a:r>
              <a:rPr lang="en-US" sz="1600" dirty="0"/>
              <a:t>ArcGIS Online, FME Cloud, Google Maps JavaScript, Here Maps JavaScript, Microsoft Bing Geocode Dataflow API, US Census Geocoder</a:t>
            </a:r>
            <a:br>
              <a:rPr lang="en-US" sz="1600" dirty="0"/>
            </a:br>
            <a:r>
              <a:rPr lang="en-US" sz="1600" b="1" dirty="0"/>
              <a:t>GIS DaaS: </a:t>
            </a:r>
            <a:r>
              <a:rPr lang="en-US" sz="1600" dirty="0"/>
              <a:t>ArcGIS Online, Google Maps, Apple Maps, Here Maps, Microsoft Bing Maps, OpenStreetMap</a:t>
            </a:r>
            <a:br>
              <a:rPr lang="en-US" sz="1600" dirty="0"/>
            </a:br>
            <a:r>
              <a:rPr lang="en-US" sz="1600" b="1" dirty="0"/>
              <a:t>Spatial DBMS</a:t>
            </a:r>
            <a:r>
              <a:rPr lang="en-US" sz="1600" dirty="0"/>
              <a:t>: Boeing's Spatial Query Server, IBM Db2, Informix, MySQL, MS SQL Server, Oracle Spatial, SAP HANA, </a:t>
            </a:r>
            <a:r>
              <a:rPr lang="en-US" sz="1600" dirty="0" err="1"/>
              <a:t>TeraData</a:t>
            </a:r>
            <a:r>
              <a:rPr lang="en-US" sz="1600" dirty="0"/>
              <a:t>, VMDS</a:t>
            </a:r>
          </a:p>
        </p:txBody>
      </p:sp>
    </p:spTree>
    <p:extLst>
      <p:ext uri="{BB962C8B-B14F-4D97-AF65-F5344CB8AC3E}">
        <p14:creationId xmlns:p14="http://schemas.microsoft.com/office/powerpoint/2010/main" val="190369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F63E-C3F1-2C33-C9AF-F01C1E84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 Tale of Two 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4E6F4-2D7C-C4B6-277A-2E842B5C6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Python:  (Python Software Foundation)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Python is an interpreted, object-oriented, high-level programming language spearheaded by Guido van Rossum.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Python's simple, easy to learn syntax emphasizes readability which reduces the cost of program maintenance.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Python supports modules and packages, which encourages program modularity and code reuse.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Python interpreter and the extensive standard library are available without charge for all major platforms and can be freely distributed. 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JavaScript: (MDN Contributors)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JavaScript (JS) is a lightweight interpreted (or just-in-time compiled) programming language with first-class functions.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Generally considered most well-known as the scripting language for Web pages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Also used by Node.js, Apache CouchDB and Adobe Acrobat.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JavaScript is a prototype-based, garbage-collected, dynamic language, supporting multiple paradigms such as imperative, functional, and object-oriented.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6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80E3-ED2D-9E23-0D93-68404254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Py and JS | QGIS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3CD3F-56C4-8101-3E45-4D704E3E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Beginner plus understanding of python and 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Microsoft Windows 11 (Maybe 10 can work) (I didn’t try this on MacOS or a Linux Distro yet)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to install QGIS (It’s Free)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some basic understanding of CSVs or comma separated value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basic understanding of maps (latitude, longitude)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Maps are often made up of layers of information, one layer for example may have rivers, another may have cities, etc.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On QGIS go to View -&gt; Panels -&gt; enable browser, layers, python console, and On the python console near the green play button click on Show Editor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99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42982-93CD-CEAC-81E1-1CDEE6C38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603" y="56548"/>
            <a:ext cx="10058400" cy="748454"/>
          </a:xfrm>
        </p:spPr>
        <p:txBody>
          <a:bodyPr/>
          <a:lstStyle/>
          <a:p>
            <a:pPr algn="ctr"/>
            <a:r>
              <a:rPr lang="en-US" b="1" dirty="0"/>
              <a:t>Py | QGIS 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2FC4B0-BA33-9F0F-CCFB-668A4704B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603" y="724856"/>
            <a:ext cx="10058400" cy="95646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200" dirty="0"/>
              <a:t>CSV File Generation(Syntex also in my GitHub) | Or just download it from my GitHub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106557-A843-8E5D-42A2-ADC4342E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666" y="1809135"/>
            <a:ext cx="8518668" cy="444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1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4E49-6D53-27F6-D417-4700661D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Py | QGIS 3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F0BE31-D0A6-D82E-2D51-ABD20DA8EF36}"/>
              </a:ext>
            </a:extLst>
          </p:cNvPr>
          <p:cNvSpPr txBox="1"/>
          <p:nvPr/>
        </p:nvSpPr>
        <p:spPr>
          <a:xfrm>
            <a:off x="1170039" y="1806934"/>
            <a:ext cx="27170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Generally, do this in QGIS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 = latitude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 = longitude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CSV path use the / not \ that comes with copy from path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212960-2FC2-00FB-C456-26F0FFD71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091" y="1806934"/>
            <a:ext cx="7268589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69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CD6C-980A-5D13-B127-D40EAE45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Py | QGIS 4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4BB822-4F25-4C7F-DF33-C157305B2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1140" y="1903458"/>
            <a:ext cx="5007892" cy="402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683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24BC-AD1B-8069-C4E2-070443A4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JS | QGIS 1</a:t>
            </a:r>
            <a:br>
              <a:rPr lang="en-US" b="1" dirty="0"/>
            </a:br>
            <a:r>
              <a:rPr lang="en-US" dirty="0"/>
              <a:t>JS CSV File Generation(Syntex also in my GitHub) | Or just download it from my GitHub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C28BE2-F3E3-21E6-7ADE-A7DE52C8A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314" y="1737360"/>
            <a:ext cx="7925371" cy="44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69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5E65-2E1D-052A-EB48-1950D333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JS | QGIS 2 with the Help of Python in QGIS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76F3E3-EA06-7F94-5BE9-F503EF586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9914" y="1846263"/>
            <a:ext cx="633249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5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51E4-54F0-44BF-C9F8-9898D32C4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JS | QGIS 3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DF92C3-9E66-A1AE-1C42-1808506D2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6290" y="2400097"/>
            <a:ext cx="6239746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7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CA81-E2AD-DB92-F77F-7D4530AB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86C65-8304-5890-C619-183A7159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ESRI. “History of GIS | Early History and the Future of GIS - Esri.” Esri.com, ESRI, 2019, </a:t>
            </a:r>
            <a:r>
              <a:rPr lang="en-US" dirty="0">
                <a:hlinkClick r:id="rId2"/>
              </a:rPr>
              <a:t>www.esri.com/en-us/what-is-gis/history-of-gis. Accessed 30 Jan. 2026</a:t>
            </a:r>
            <a:r>
              <a:rPr lang="en-US" dirty="0"/>
              <a:t>.</a:t>
            </a:r>
          </a:p>
          <a:p>
            <a:r>
              <a:rPr lang="en-US" dirty="0"/>
              <a:t>“Geographic Information System Software.” Wikipedia, Wikipedia, 24 Mar. 2022, en.wikipedia.org/wiki/</a:t>
            </a:r>
            <a:r>
              <a:rPr lang="en-US" dirty="0" err="1"/>
              <a:t>Geographic_information_system_software</a:t>
            </a:r>
            <a:r>
              <a:rPr lang="en-US" dirty="0"/>
              <a:t>. Accessed 30 Jan. 2026.</a:t>
            </a:r>
          </a:p>
          <a:p>
            <a:r>
              <a:rPr lang="en-US" dirty="0"/>
              <a:t>Wirth, Niklaus. “A Brief History of Software Engineering.” IEEE Annals of the History of Computing, vol. 30, no. 3, July 2008, pp. 32–39, inf.ethz.ch/personal/</a:t>
            </a:r>
            <a:r>
              <a:rPr lang="en-US" dirty="0" err="1"/>
              <a:t>wirth</a:t>
            </a:r>
            <a:r>
              <a:rPr lang="en-US" dirty="0"/>
              <a:t>/Miscellaneous/IEEE-Annals.pdf, </a:t>
            </a:r>
            <a:r>
              <a:rPr lang="en-US" dirty="0">
                <a:hlinkClick r:id="rId3"/>
              </a:rPr>
              <a:t>https://doi.org/10.1109/mahc.2008.33</a:t>
            </a:r>
            <a:r>
              <a:rPr lang="en-US" dirty="0"/>
              <a:t>.</a:t>
            </a:r>
          </a:p>
          <a:p>
            <a:r>
              <a:rPr lang="en-US" dirty="0"/>
              <a:t>Python Software Foundation. “What Is Python? Executive Summary.” Python, 2025, </a:t>
            </a:r>
            <a:r>
              <a:rPr lang="en-US" dirty="0">
                <a:hlinkClick r:id="rId4"/>
              </a:rPr>
              <a:t>www.python.org/doc/essays/blurb/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367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578</TotalTime>
  <Words>1664</Words>
  <Application>Microsoft Office PowerPoint</Application>
  <PresentationFormat>Widescreen</PresentationFormat>
  <Paragraphs>88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Retrospect</vt:lpstr>
      <vt:lpstr>QR Code For the Slide and Website Link</vt:lpstr>
      <vt:lpstr>GIS and Software Programming (With a focus on Python, and JavaScript) </vt:lpstr>
      <vt:lpstr>Table of Contents</vt:lpstr>
      <vt:lpstr>GIS Qualitative/Non-Technical Information TLDR Overview</vt:lpstr>
      <vt:lpstr>Technical Overview: TLDR of this entire Presentation (Google Gemini)</vt:lpstr>
      <vt:lpstr>The History of GIS (ESRI)</vt:lpstr>
      <vt:lpstr>The History of Programming/Computing  (Wirth)</vt:lpstr>
      <vt:lpstr>     A Cluster of GIS Software  (“Geographic Information System Software”)</vt:lpstr>
      <vt:lpstr>A Tale of Two Programming Languages</vt:lpstr>
      <vt:lpstr>Py and JS | QGIS 1</vt:lpstr>
      <vt:lpstr>Py | QGIS 2</vt:lpstr>
      <vt:lpstr>Py | QGIS 3</vt:lpstr>
      <vt:lpstr>Py | QGIS 4</vt:lpstr>
      <vt:lpstr>JS | QGIS 1 JS CSV File Generation(Syntex also in my GitHub) | Or just download it from my GitHub</vt:lpstr>
      <vt:lpstr>JS | QGIS 2 with the Help of Python in QGIS</vt:lpstr>
      <vt:lpstr>JS | QGIS 3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Gary Yu</dc:creator>
  <cp:lastModifiedBy>Gary Yu</cp:lastModifiedBy>
  <cp:revision>10</cp:revision>
  <dcterms:created xsi:type="dcterms:W3CDTF">2026-01-16T03:27:37Z</dcterms:created>
  <dcterms:modified xsi:type="dcterms:W3CDTF">2026-02-03T07:43:13Z</dcterms:modified>
</cp:coreProperties>
</file>